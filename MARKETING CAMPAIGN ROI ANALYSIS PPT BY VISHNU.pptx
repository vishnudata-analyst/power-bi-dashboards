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01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526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0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60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35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1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6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49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3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92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02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54306-339D-47F4-8087-B600F76EB7E1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91B6D80-D209-4F5F-ADF9-7F0F438BD86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254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9573-5722-5BB5-FE4F-ADBF5F4D5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MARKETING CAMPAIGN ROI ANALYSIS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033E9-ACE2-E5A4-9359-751281F1B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VISHNU JAISWAL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6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570A-A32A-D10C-5A73-39FFF560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SCENARIO AND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226D-6616-5690-1C6E-6E7E0151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IDENTIFICATION OF MOST SUCCESSFUL CAMPAIGN IN TERMS OF CONVERSIONS AND REVENUE GENERATION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OUT HIGHEST ROI BY CAMPAIGN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ALLOCATION OF BUSINESS SPENDS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13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BFB5-EB0B-29B6-429D-BC405033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BUSINESS FINDING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46DA-EF2A-DC31-9502-2145C63B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TOTAL REVENUE GENERATED IS APPROX 42M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Good to know that our spends on ads campaign was low but it can be more better after the recommendations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Social media and radios  platforms drives out much of the revenue 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3B36C-C34B-AC8C-C425-3A3CAB428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48" y="1924691"/>
            <a:ext cx="1780396" cy="1383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92BFF-F730-1F5E-3C82-9740B9C6A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310" y="1924690"/>
            <a:ext cx="1822762" cy="1383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A26693-BC9D-A38B-C79F-86188B1A8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30" y="1895595"/>
            <a:ext cx="3905240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0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12F4-6A6E-0A56-637F-E3FAC332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 GENERATORS CAMPAIGN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75AD0-E79F-2A7B-074D-8ADF1E87B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181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RADIO AND SOCIAL MEDIA ARE SHOWN TO BE THE MOST SUCCESSFUL CAMPAIGN AND THEY BOTH HAVE DRIVES OUT THE MUCH ROI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E-MAILS IS SHOWN TO BE THE LEAST PERFORMING PLATFORM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D464A-97CD-65B6-7136-DB6DFFD39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36" y="1690688"/>
            <a:ext cx="5411586" cy="17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3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1FE2-5B75-D519-383A-AF956824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5053-BCB4-1A4C-803C-AE849118B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2317" y="1883814"/>
            <a:ext cx="5181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QUICK WINS</a:t>
            </a:r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SHIFTS MORE SPEND BUDGET IN RADIOS AND TV THOUGH THEY HAVE MORE ROI AND WILL GIVE MORE IN FUTURE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AUDIT ON EMAILS AND INFULENCER MARKETING TO SEE OR OPTIMIZE THE BUDGET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FA7E7-410A-FA25-C230-82741A7882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LONG TERM STRATEGY </a:t>
            </a:r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HIGH SCALE ROI CAMPAIGN SHOULD BE OUR CORE BUT WE HAVE TO TEST AND SCALE THE OTHERS FOR SOME MONTHS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DO ROI TRACKING AT EVERY QUARTER TO SEE THE FALL BEHIND CAMPAIGN</a:t>
            </a:r>
          </a:p>
        </p:txBody>
      </p:sp>
    </p:spTree>
    <p:extLst>
      <p:ext uri="{BB962C8B-B14F-4D97-AF65-F5344CB8AC3E}">
        <p14:creationId xmlns:p14="http://schemas.microsoft.com/office/powerpoint/2010/main" val="199235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3C4A-C706-09AF-5A1F-F67B99653D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528D8-20F9-4B19-20EB-876141D31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86207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181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Rockwell</vt:lpstr>
      <vt:lpstr>Gallery</vt:lpstr>
      <vt:lpstr>MARKETING CAMPAIGN ROI ANALYSIS </vt:lpstr>
      <vt:lpstr>BUSINESS SCENARIO AND OBJECTIVE</vt:lpstr>
      <vt:lpstr>INSIGHTS AND BUSINESS FINDING</vt:lpstr>
      <vt:lpstr>ROI GENERATORS CAMPAIGN</vt:lpstr>
      <vt:lpstr>RECOMMENDATIONS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jaiswal</dc:creator>
  <cp:lastModifiedBy>vishnu jaiswal</cp:lastModifiedBy>
  <cp:revision>1</cp:revision>
  <dcterms:created xsi:type="dcterms:W3CDTF">2026-08-09T06:54:31Z</dcterms:created>
  <dcterms:modified xsi:type="dcterms:W3CDTF">2026-08-09T06:55:27Z</dcterms:modified>
</cp:coreProperties>
</file>