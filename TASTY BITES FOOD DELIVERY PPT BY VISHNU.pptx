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shnu jaiswal" initials="vj" lastIdx="1" clrIdx="0">
    <p:extLst>
      <p:ext uri="{19B8F6BF-5375-455C-9EA6-DF929625EA0E}">
        <p15:presenceInfo xmlns:p15="http://schemas.microsoft.com/office/powerpoint/2012/main" userId="74cd963a292b28b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AC210-FCBC-466C-9C28-DF24381D0F7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5D6770-1B9E-4F19-A6DC-2C9BB7903675}">
      <dgm:prSet/>
      <dgm:spPr/>
      <dgm:t>
        <a:bodyPr/>
        <a:lstStyle/>
        <a:p>
          <a:r>
            <a:rPr lang="en-IN"/>
            <a:t>IDENTIFICATION OF HIGH AND LOW PROFITS PRODUCTS </a:t>
          </a:r>
          <a:endParaRPr lang="en-US"/>
        </a:p>
      </dgm:t>
    </dgm:pt>
    <dgm:pt modelId="{07F2C6AB-27E0-4182-B76B-1E92742A0AE3}" type="parTrans" cxnId="{A44C06F1-7BF8-4AEE-90D7-F5A1BB95A69E}">
      <dgm:prSet/>
      <dgm:spPr/>
      <dgm:t>
        <a:bodyPr/>
        <a:lstStyle/>
        <a:p>
          <a:endParaRPr lang="en-US"/>
        </a:p>
      </dgm:t>
    </dgm:pt>
    <dgm:pt modelId="{5D3EAAD1-0CD5-4DB5-8834-C36D4ED8A047}" type="sibTrans" cxnId="{A44C06F1-7BF8-4AEE-90D7-F5A1BB95A69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D5EEEA6-8ED3-4818-B79B-A86F07C10BF3}">
      <dgm:prSet/>
      <dgm:spPr/>
      <dgm:t>
        <a:bodyPr/>
        <a:lstStyle/>
        <a:p>
          <a:r>
            <a:rPr lang="en-IN"/>
            <a:t>CUSTOMIZE THE PRICING TO GAIN MAXIMUM PROFITIBILITY</a:t>
          </a:r>
          <a:endParaRPr lang="en-US"/>
        </a:p>
      </dgm:t>
    </dgm:pt>
    <dgm:pt modelId="{A232CBBB-F24E-4D76-819D-1295BD948F08}" type="parTrans" cxnId="{4C18C781-7C1D-4079-9ADB-811D14564AD7}">
      <dgm:prSet/>
      <dgm:spPr/>
      <dgm:t>
        <a:bodyPr/>
        <a:lstStyle/>
        <a:p>
          <a:endParaRPr lang="en-US"/>
        </a:p>
      </dgm:t>
    </dgm:pt>
    <dgm:pt modelId="{6469DE62-BA40-4F7E-8D60-A56F248430D5}" type="sibTrans" cxnId="{4C18C781-7C1D-4079-9ADB-811D14564AD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04D73F4-85C5-4B45-B96B-96CDB0DA8E0F}">
      <dgm:prSet/>
      <dgm:spPr/>
      <dgm:t>
        <a:bodyPr/>
        <a:lstStyle/>
        <a:p>
          <a:r>
            <a:rPr lang="en-IN"/>
            <a:t>TO UNDERSTAND THE PATTERNS OF DISCOUNTS AND PROMOTIONS </a:t>
          </a:r>
          <a:endParaRPr lang="en-US"/>
        </a:p>
      </dgm:t>
    </dgm:pt>
    <dgm:pt modelId="{0869D6CC-95A0-44DC-ADC4-C234685BC8EE}" type="parTrans" cxnId="{E3CA2211-2058-4DF8-9533-B89A24A2F963}">
      <dgm:prSet/>
      <dgm:spPr/>
      <dgm:t>
        <a:bodyPr/>
        <a:lstStyle/>
        <a:p>
          <a:endParaRPr lang="en-US"/>
        </a:p>
      </dgm:t>
    </dgm:pt>
    <dgm:pt modelId="{C710B515-4E96-4E3D-A9B3-3585CF725428}" type="sibTrans" cxnId="{E3CA2211-2058-4DF8-9533-B89A24A2F96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B7C7ECF-87F4-49A5-BA2B-074F731D2F3F}" type="pres">
      <dgm:prSet presAssocID="{2AEAC210-FCBC-466C-9C28-DF24381D0F7E}" presName="Name0" presStyleCnt="0">
        <dgm:presLayoutVars>
          <dgm:animLvl val="lvl"/>
          <dgm:resizeHandles val="exact"/>
        </dgm:presLayoutVars>
      </dgm:prSet>
      <dgm:spPr/>
    </dgm:pt>
    <dgm:pt modelId="{815B0442-F536-4D37-9C2A-B38F13E3DD52}" type="pres">
      <dgm:prSet presAssocID="{FD5D6770-1B9E-4F19-A6DC-2C9BB7903675}" presName="compositeNode" presStyleCnt="0">
        <dgm:presLayoutVars>
          <dgm:bulletEnabled val="1"/>
        </dgm:presLayoutVars>
      </dgm:prSet>
      <dgm:spPr/>
    </dgm:pt>
    <dgm:pt modelId="{F6FB593C-7EB5-469C-8066-CDCBD390E2C4}" type="pres">
      <dgm:prSet presAssocID="{FD5D6770-1B9E-4F19-A6DC-2C9BB7903675}" presName="bgRect" presStyleLbl="bgAccFollowNode1" presStyleIdx="0" presStyleCnt="3"/>
      <dgm:spPr/>
    </dgm:pt>
    <dgm:pt modelId="{0AF9A424-6B81-497D-8014-CFD80CAA3456}" type="pres">
      <dgm:prSet presAssocID="{5D3EAAD1-0CD5-4DB5-8834-C36D4ED8A047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F5F58496-E3EE-49F0-ADA6-FE01D35080ED}" type="pres">
      <dgm:prSet presAssocID="{FD5D6770-1B9E-4F19-A6DC-2C9BB7903675}" presName="bottomLine" presStyleLbl="alignNode1" presStyleIdx="1" presStyleCnt="6">
        <dgm:presLayoutVars/>
      </dgm:prSet>
      <dgm:spPr/>
    </dgm:pt>
    <dgm:pt modelId="{36F17737-B1F0-4F18-9A10-2AE7D92489D1}" type="pres">
      <dgm:prSet presAssocID="{FD5D6770-1B9E-4F19-A6DC-2C9BB7903675}" presName="nodeText" presStyleLbl="bgAccFollowNode1" presStyleIdx="0" presStyleCnt="3">
        <dgm:presLayoutVars>
          <dgm:bulletEnabled val="1"/>
        </dgm:presLayoutVars>
      </dgm:prSet>
      <dgm:spPr/>
    </dgm:pt>
    <dgm:pt modelId="{5B436DAC-34D1-41FC-82D9-559415895B82}" type="pres">
      <dgm:prSet presAssocID="{5D3EAAD1-0CD5-4DB5-8834-C36D4ED8A047}" presName="sibTrans" presStyleCnt="0"/>
      <dgm:spPr/>
    </dgm:pt>
    <dgm:pt modelId="{0A30D054-9DE9-4536-8C48-EB7F34654EB4}" type="pres">
      <dgm:prSet presAssocID="{5D5EEEA6-8ED3-4818-B79B-A86F07C10BF3}" presName="compositeNode" presStyleCnt="0">
        <dgm:presLayoutVars>
          <dgm:bulletEnabled val="1"/>
        </dgm:presLayoutVars>
      </dgm:prSet>
      <dgm:spPr/>
    </dgm:pt>
    <dgm:pt modelId="{720C7DF9-AA62-40C7-A370-9D0790FAECAC}" type="pres">
      <dgm:prSet presAssocID="{5D5EEEA6-8ED3-4818-B79B-A86F07C10BF3}" presName="bgRect" presStyleLbl="bgAccFollowNode1" presStyleIdx="1" presStyleCnt="3"/>
      <dgm:spPr/>
    </dgm:pt>
    <dgm:pt modelId="{7A1DBBFE-92DF-4CEF-8252-F59246211610}" type="pres">
      <dgm:prSet presAssocID="{6469DE62-BA40-4F7E-8D60-A56F248430D5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E8A623B2-98D8-47A6-AA73-446D4BBF2E32}" type="pres">
      <dgm:prSet presAssocID="{5D5EEEA6-8ED3-4818-B79B-A86F07C10BF3}" presName="bottomLine" presStyleLbl="alignNode1" presStyleIdx="3" presStyleCnt="6">
        <dgm:presLayoutVars/>
      </dgm:prSet>
      <dgm:spPr/>
    </dgm:pt>
    <dgm:pt modelId="{6BB9B7F7-D22F-4AE6-8C0C-2D61EEF1453D}" type="pres">
      <dgm:prSet presAssocID="{5D5EEEA6-8ED3-4818-B79B-A86F07C10BF3}" presName="nodeText" presStyleLbl="bgAccFollowNode1" presStyleIdx="1" presStyleCnt="3">
        <dgm:presLayoutVars>
          <dgm:bulletEnabled val="1"/>
        </dgm:presLayoutVars>
      </dgm:prSet>
      <dgm:spPr/>
    </dgm:pt>
    <dgm:pt modelId="{9692005E-E5DF-4B31-9082-C2EC5A6C4FF4}" type="pres">
      <dgm:prSet presAssocID="{6469DE62-BA40-4F7E-8D60-A56F248430D5}" presName="sibTrans" presStyleCnt="0"/>
      <dgm:spPr/>
    </dgm:pt>
    <dgm:pt modelId="{FC2D539C-5B8D-4AAF-B49A-AA09D0FE336A}" type="pres">
      <dgm:prSet presAssocID="{D04D73F4-85C5-4B45-B96B-96CDB0DA8E0F}" presName="compositeNode" presStyleCnt="0">
        <dgm:presLayoutVars>
          <dgm:bulletEnabled val="1"/>
        </dgm:presLayoutVars>
      </dgm:prSet>
      <dgm:spPr/>
    </dgm:pt>
    <dgm:pt modelId="{77A185E9-A8C3-4B0B-A34F-1645F50E74B2}" type="pres">
      <dgm:prSet presAssocID="{D04D73F4-85C5-4B45-B96B-96CDB0DA8E0F}" presName="bgRect" presStyleLbl="bgAccFollowNode1" presStyleIdx="2" presStyleCnt="3"/>
      <dgm:spPr/>
    </dgm:pt>
    <dgm:pt modelId="{D821AF73-1AB9-4D76-8FCA-0308AE8671C0}" type="pres">
      <dgm:prSet presAssocID="{C710B515-4E96-4E3D-A9B3-3585CF725428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1BA2B32-A787-41F6-AEF4-DAC8E3AD9E7E}" type="pres">
      <dgm:prSet presAssocID="{D04D73F4-85C5-4B45-B96B-96CDB0DA8E0F}" presName="bottomLine" presStyleLbl="alignNode1" presStyleIdx="5" presStyleCnt="6">
        <dgm:presLayoutVars/>
      </dgm:prSet>
      <dgm:spPr/>
    </dgm:pt>
    <dgm:pt modelId="{19FC84B0-242A-4861-882A-A39734D882F9}" type="pres">
      <dgm:prSet presAssocID="{D04D73F4-85C5-4B45-B96B-96CDB0DA8E0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8E2B8F00-D322-422B-BBD2-62C0CD1AF93E}" type="presOf" srcId="{6469DE62-BA40-4F7E-8D60-A56F248430D5}" destId="{7A1DBBFE-92DF-4CEF-8252-F59246211610}" srcOrd="0" destOrd="0" presId="urn:microsoft.com/office/officeart/2016/7/layout/BasicLinearProcessNumbered"/>
    <dgm:cxn modelId="{401F4801-77D5-48A6-989A-D3EA53F4B4C9}" type="presOf" srcId="{5D5EEEA6-8ED3-4818-B79B-A86F07C10BF3}" destId="{6BB9B7F7-D22F-4AE6-8C0C-2D61EEF1453D}" srcOrd="1" destOrd="0" presId="urn:microsoft.com/office/officeart/2016/7/layout/BasicLinearProcessNumbered"/>
    <dgm:cxn modelId="{E3CA2211-2058-4DF8-9533-B89A24A2F963}" srcId="{2AEAC210-FCBC-466C-9C28-DF24381D0F7E}" destId="{D04D73F4-85C5-4B45-B96B-96CDB0DA8E0F}" srcOrd="2" destOrd="0" parTransId="{0869D6CC-95A0-44DC-ADC4-C234685BC8EE}" sibTransId="{C710B515-4E96-4E3D-A9B3-3585CF725428}"/>
    <dgm:cxn modelId="{40D4441C-7F39-42E9-8F58-B4C519502988}" type="presOf" srcId="{5D5EEEA6-8ED3-4818-B79B-A86F07C10BF3}" destId="{720C7DF9-AA62-40C7-A370-9D0790FAECAC}" srcOrd="0" destOrd="0" presId="urn:microsoft.com/office/officeart/2016/7/layout/BasicLinearProcessNumbered"/>
    <dgm:cxn modelId="{3212C331-9FCA-45F3-B47B-14F2B369251E}" type="presOf" srcId="{5D3EAAD1-0CD5-4DB5-8834-C36D4ED8A047}" destId="{0AF9A424-6B81-497D-8014-CFD80CAA3456}" srcOrd="0" destOrd="0" presId="urn:microsoft.com/office/officeart/2016/7/layout/BasicLinearProcessNumbered"/>
    <dgm:cxn modelId="{8137E340-364C-48AD-ACF4-3FAC6ED8A69D}" type="presOf" srcId="{D04D73F4-85C5-4B45-B96B-96CDB0DA8E0F}" destId="{77A185E9-A8C3-4B0B-A34F-1645F50E74B2}" srcOrd="0" destOrd="0" presId="urn:microsoft.com/office/officeart/2016/7/layout/BasicLinearProcessNumbered"/>
    <dgm:cxn modelId="{4C18C781-7C1D-4079-9ADB-811D14564AD7}" srcId="{2AEAC210-FCBC-466C-9C28-DF24381D0F7E}" destId="{5D5EEEA6-8ED3-4818-B79B-A86F07C10BF3}" srcOrd="1" destOrd="0" parTransId="{A232CBBB-F24E-4D76-819D-1295BD948F08}" sibTransId="{6469DE62-BA40-4F7E-8D60-A56F248430D5}"/>
    <dgm:cxn modelId="{DCFDDC98-6843-4D13-8660-C70AC921F2B1}" type="presOf" srcId="{FD5D6770-1B9E-4F19-A6DC-2C9BB7903675}" destId="{36F17737-B1F0-4F18-9A10-2AE7D92489D1}" srcOrd="1" destOrd="0" presId="urn:microsoft.com/office/officeart/2016/7/layout/BasicLinearProcessNumbered"/>
    <dgm:cxn modelId="{BC1FDFAF-4D49-4DE2-B408-0BB9E16A3AD3}" type="presOf" srcId="{D04D73F4-85C5-4B45-B96B-96CDB0DA8E0F}" destId="{19FC84B0-242A-4861-882A-A39734D882F9}" srcOrd="1" destOrd="0" presId="urn:microsoft.com/office/officeart/2016/7/layout/BasicLinearProcessNumbered"/>
    <dgm:cxn modelId="{2F42B5B7-63B8-4162-ABD1-17A6C3D0C822}" type="presOf" srcId="{FD5D6770-1B9E-4F19-A6DC-2C9BB7903675}" destId="{F6FB593C-7EB5-469C-8066-CDCBD390E2C4}" srcOrd="0" destOrd="0" presId="urn:microsoft.com/office/officeart/2016/7/layout/BasicLinearProcessNumbered"/>
    <dgm:cxn modelId="{053456D0-9BD4-4C51-B593-782AD4294229}" type="presOf" srcId="{2AEAC210-FCBC-466C-9C28-DF24381D0F7E}" destId="{8B7C7ECF-87F4-49A5-BA2B-074F731D2F3F}" srcOrd="0" destOrd="0" presId="urn:microsoft.com/office/officeart/2016/7/layout/BasicLinearProcessNumbered"/>
    <dgm:cxn modelId="{13B446EE-8B13-4914-986C-D8EB1633CFD3}" type="presOf" srcId="{C710B515-4E96-4E3D-A9B3-3585CF725428}" destId="{D821AF73-1AB9-4D76-8FCA-0308AE8671C0}" srcOrd="0" destOrd="0" presId="urn:microsoft.com/office/officeart/2016/7/layout/BasicLinearProcessNumbered"/>
    <dgm:cxn modelId="{A44C06F1-7BF8-4AEE-90D7-F5A1BB95A69E}" srcId="{2AEAC210-FCBC-466C-9C28-DF24381D0F7E}" destId="{FD5D6770-1B9E-4F19-A6DC-2C9BB7903675}" srcOrd="0" destOrd="0" parTransId="{07F2C6AB-27E0-4182-B76B-1E92742A0AE3}" sibTransId="{5D3EAAD1-0CD5-4DB5-8834-C36D4ED8A047}"/>
    <dgm:cxn modelId="{E9FC3EC6-C41E-48BE-9770-D58907D46001}" type="presParOf" srcId="{8B7C7ECF-87F4-49A5-BA2B-074F731D2F3F}" destId="{815B0442-F536-4D37-9C2A-B38F13E3DD52}" srcOrd="0" destOrd="0" presId="urn:microsoft.com/office/officeart/2016/7/layout/BasicLinearProcessNumbered"/>
    <dgm:cxn modelId="{4A3AF53E-4912-4BC8-AEC8-9B4F3EA4DCB8}" type="presParOf" srcId="{815B0442-F536-4D37-9C2A-B38F13E3DD52}" destId="{F6FB593C-7EB5-469C-8066-CDCBD390E2C4}" srcOrd="0" destOrd="0" presId="urn:microsoft.com/office/officeart/2016/7/layout/BasicLinearProcessNumbered"/>
    <dgm:cxn modelId="{04254867-56DB-4F72-BDAB-8BEEE8873424}" type="presParOf" srcId="{815B0442-F536-4D37-9C2A-B38F13E3DD52}" destId="{0AF9A424-6B81-497D-8014-CFD80CAA3456}" srcOrd="1" destOrd="0" presId="urn:microsoft.com/office/officeart/2016/7/layout/BasicLinearProcessNumbered"/>
    <dgm:cxn modelId="{DCB53082-2A8F-4CCA-AB4E-84E07899E0CD}" type="presParOf" srcId="{815B0442-F536-4D37-9C2A-B38F13E3DD52}" destId="{F5F58496-E3EE-49F0-ADA6-FE01D35080ED}" srcOrd="2" destOrd="0" presId="urn:microsoft.com/office/officeart/2016/7/layout/BasicLinearProcessNumbered"/>
    <dgm:cxn modelId="{03821865-4D97-461E-A2DB-6F6963C3EDF8}" type="presParOf" srcId="{815B0442-F536-4D37-9C2A-B38F13E3DD52}" destId="{36F17737-B1F0-4F18-9A10-2AE7D92489D1}" srcOrd="3" destOrd="0" presId="urn:microsoft.com/office/officeart/2016/7/layout/BasicLinearProcessNumbered"/>
    <dgm:cxn modelId="{7CAC4D5A-56D2-4D38-ADE1-01BF1C7397C6}" type="presParOf" srcId="{8B7C7ECF-87F4-49A5-BA2B-074F731D2F3F}" destId="{5B436DAC-34D1-41FC-82D9-559415895B82}" srcOrd="1" destOrd="0" presId="urn:microsoft.com/office/officeart/2016/7/layout/BasicLinearProcessNumbered"/>
    <dgm:cxn modelId="{969515C3-95A6-4F85-A672-BDA3B13079D3}" type="presParOf" srcId="{8B7C7ECF-87F4-49A5-BA2B-074F731D2F3F}" destId="{0A30D054-9DE9-4536-8C48-EB7F34654EB4}" srcOrd="2" destOrd="0" presId="urn:microsoft.com/office/officeart/2016/7/layout/BasicLinearProcessNumbered"/>
    <dgm:cxn modelId="{8033CF38-1A52-47BB-86CB-38D92DBEAFCF}" type="presParOf" srcId="{0A30D054-9DE9-4536-8C48-EB7F34654EB4}" destId="{720C7DF9-AA62-40C7-A370-9D0790FAECAC}" srcOrd="0" destOrd="0" presId="urn:microsoft.com/office/officeart/2016/7/layout/BasicLinearProcessNumbered"/>
    <dgm:cxn modelId="{9D13DAFD-A329-4B58-A487-7DCDD1EB4A2F}" type="presParOf" srcId="{0A30D054-9DE9-4536-8C48-EB7F34654EB4}" destId="{7A1DBBFE-92DF-4CEF-8252-F59246211610}" srcOrd="1" destOrd="0" presId="urn:microsoft.com/office/officeart/2016/7/layout/BasicLinearProcessNumbered"/>
    <dgm:cxn modelId="{56351577-10B1-4909-BF9C-1FCD985E515D}" type="presParOf" srcId="{0A30D054-9DE9-4536-8C48-EB7F34654EB4}" destId="{E8A623B2-98D8-47A6-AA73-446D4BBF2E32}" srcOrd="2" destOrd="0" presId="urn:microsoft.com/office/officeart/2016/7/layout/BasicLinearProcessNumbered"/>
    <dgm:cxn modelId="{B6AF79BE-0E31-4B15-A98A-BAB3F7B4AB59}" type="presParOf" srcId="{0A30D054-9DE9-4536-8C48-EB7F34654EB4}" destId="{6BB9B7F7-D22F-4AE6-8C0C-2D61EEF1453D}" srcOrd="3" destOrd="0" presId="urn:microsoft.com/office/officeart/2016/7/layout/BasicLinearProcessNumbered"/>
    <dgm:cxn modelId="{713A327E-2306-4F19-9867-07A6A5B7A742}" type="presParOf" srcId="{8B7C7ECF-87F4-49A5-BA2B-074F731D2F3F}" destId="{9692005E-E5DF-4B31-9082-C2EC5A6C4FF4}" srcOrd="3" destOrd="0" presId="urn:microsoft.com/office/officeart/2016/7/layout/BasicLinearProcessNumbered"/>
    <dgm:cxn modelId="{0641B263-6F7D-49CB-91BA-51E99F929644}" type="presParOf" srcId="{8B7C7ECF-87F4-49A5-BA2B-074F731D2F3F}" destId="{FC2D539C-5B8D-4AAF-B49A-AA09D0FE336A}" srcOrd="4" destOrd="0" presId="urn:microsoft.com/office/officeart/2016/7/layout/BasicLinearProcessNumbered"/>
    <dgm:cxn modelId="{143FEBDE-A571-4374-81F8-9ABCD3528E59}" type="presParOf" srcId="{FC2D539C-5B8D-4AAF-B49A-AA09D0FE336A}" destId="{77A185E9-A8C3-4B0B-A34F-1645F50E74B2}" srcOrd="0" destOrd="0" presId="urn:microsoft.com/office/officeart/2016/7/layout/BasicLinearProcessNumbered"/>
    <dgm:cxn modelId="{6CEBB5F6-6C07-4845-A4C2-7A6239AE2EEF}" type="presParOf" srcId="{FC2D539C-5B8D-4AAF-B49A-AA09D0FE336A}" destId="{D821AF73-1AB9-4D76-8FCA-0308AE8671C0}" srcOrd="1" destOrd="0" presId="urn:microsoft.com/office/officeart/2016/7/layout/BasicLinearProcessNumbered"/>
    <dgm:cxn modelId="{65988DFF-1586-4D2D-BEF9-B1ABE40237B2}" type="presParOf" srcId="{FC2D539C-5B8D-4AAF-B49A-AA09D0FE336A}" destId="{01BA2B32-A787-41F6-AEF4-DAC8E3AD9E7E}" srcOrd="2" destOrd="0" presId="urn:microsoft.com/office/officeart/2016/7/layout/BasicLinearProcessNumbered"/>
    <dgm:cxn modelId="{FBDBD057-7B34-425C-B910-195EE08C5022}" type="presParOf" srcId="{FC2D539C-5B8D-4AAF-B49A-AA09D0FE336A}" destId="{19FC84B0-242A-4861-882A-A39734D882F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9E6931-5654-448E-827C-7EC92DEF00D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305BFF-E456-4F1D-9E85-E6239E36881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TASTY BITES  GAIN A TOTAL REVENUE OF RS 38.5 LAKHS AND A PROFIT OF 19.7 LAKHS WHICH IS VERY COMPATIBLE NUMBERS BUT THE NUMBERS CAN BE MORE BETTER</a:t>
          </a:r>
          <a:endParaRPr lang="en-US"/>
        </a:p>
      </dgm:t>
    </dgm:pt>
    <dgm:pt modelId="{225FBF8C-D99E-4118-9757-C9A2FECE3F80}" type="parTrans" cxnId="{58C58D33-4FB7-4C3D-94C5-150541373D27}">
      <dgm:prSet/>
      <dgm:spPr/>
      <dgm:t>
        <a:bodyPr/>
        <a:lstStyle/>
        <a:p>
          <a:endParaRPr lang="en-US"/>
        </a:p>
      </dgm:t>
    </dgm:pt>
    <dgm:pt modelId="{DF685A14-E0A2-46CD-AE25-F5B9659DD976}" type="sibTrans" cxnId="{58C58D33-4FB7-4C3D-94C5-150541373D2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BBA1E2-57CC-45E1-97DE-13D216501C9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OVERALL PROFIT MARGIN OF TASTY BITES IS OF 51% </a:t>
          </a:r>
          <a:endParaRPr lang="en-US"/>
        </a:p>
      </dgm:t>
    </dgm:pt>
    <dgm:pt modelId="{A9DB04D1-4A06-437F-94DC-032D0CC685CF}" type="parTrans" cxnId="{3C53ED2C-BDCF-47DE-A976-2E8BC8C7BE43}">
      <dgm:prSet/>
      <dgm:spPr/>
      <dgm:t>
        <a:bodyPr/>
        <a:lstStyle/>
        <a:p>
          <a:endParaRPr lang="en-US"/>
        </a:p>
      </dgm:t>
    </dgm:pt>
    <dgm:pt modelId="{DC1AED33-C702-4174-95F0-AEBD9213AAEF}" type="sibTrans" cxnId="{3C53ED2C-BDCF-47DE-A976-2E8BC8C7BE4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FD20B4-3B63-4CD4-920F-794B59449FC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ORDERS PLACED BY THE CUSTOMERS HAVE A AVERAGE ORDER VALUE OF 321</a:t>
          </a:r>
          <a:endParaRPr lang="en-US"/>
        </a:p>
      </dgm:t>
    </dgm:pt>
    <dgm:pt modelId="{93B0796A-72F1-44BC-8EE3-C47A8DBD5732}" type="parTrans" cxnId="{F8091A17-4A16-488B-A3B5-271758C86CF2}">
      <dgm:prSet/>
      <dgm:spPr/>
      <dgm:t>
        <a:bodyPr/>
        <a:lstStyle/>
        <a:p>
          <a:endParaRPr lang="en-US"/>
        </a:p>
      </dgm:t>
    </dgm:pt>
    <dgm:pt modelId="{EF358B0F-FF2D-46CB-9B1C-DBBE67C3011B}" type="sibTrans" cxnId="{F8091A17-4A16-488B-A3B5-271758C86C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85A97D-FD94-40CE-81AD-88283B23E57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TASTY BITES HAVE LOST ALMOST 1.73 LAKHS OF RUPEES AFTER GIVING THE DISCOUNT</a:t>
          </a:r>
          <a:endParaRPr lang="en-US"/>
        </a:p>
      </dgm:t>
    </dgm:pt>
    <dgm:pt modelId="{5C01D8BB-8B39-44E0-8BA0-0AB9939D6E04}" type="parTrans" cxnId="{7E589A8E-50DB-4FBD-AE5E-57B3DED070FD}">
      <dgm:prSet/>
      <dgm:spPr/>
      <dgm:t>
        <a:bodyPr/>
        <a:lstStyle/>
        <a:p>
          <a:endParaRPr lang="en-US"/>
        </a:p>
      </dgm:t>
    </dgm:pt>
    <dgm:pt modelId="{6D23E8B9-4970-4D96-BA90-C42C93B14B44}" type="sibTrans" cxnId="{7E589A8E-50DB-4FBD-AE5E-57B3DED070FD}">
      <dgm:prSet/>
      <dgm:spPr/>
      <dgm:t>
        <a:bodyPr/>
        <a:lstStyle/>
        <a:p>
          <a:endParaRPr lang="en-US"/>
        </a:p>
      </dgm:t>
    </dgm:pt>
    <dgm:pt modelId="{9964A7EF-08F7-469D-A344-33E362939227}" type="pres">
      <dgm:prSet presAssocID="{F89E6931-5654-448E-827C-7EC92DEF00D3}" presName="root" presStyleCnt="0">
        <dgm:presLayoutVars>
          <dgm:dir/>
          <dgm:resizeHandles val="exact"/>
        </dgm:presLayoutVars>
      </dgm:prSet>
      <dgm:spPr/>
    </dgm:pt>
    <dgm:pt modelId="{A84EC9DC-7958-437E-9FA6-CF1D238891B8}" type="pres">
      <dgm:prSet presAssocID="{F89E6931-5654-448E-827C-7EC92DEF00D3}" presName="container" presStyleCnt="0">
        <dgm:presLayoutVars>
          <dgm:dir/>
          <dgm:resizeHandles val="exact"/>
        </dgm:presLayoutVars>
      </dgm:prSet>
      <dgm:spPr/>
    </dgm:pt>
    <dgm:pt modelId="{92E620D5-45A8-4FA7-B1DE-9DC574DCF77E}" type="pres">
      <dgm:prSet presAssocID="{03305BFF-E456-4F1D-9E85-E6239E368818}" presName="compNode" presStyleCnt="0"/>
      <dgm:spPr/>
    </dgm:pt>
    <dgm:pt modelId="{3817637B-1555-4600-80DF-C4B8061E5ADA}" type="pres">
      <dgm:prSet presAssocID="{03305BFF-E456-4F1D-9E85-E6239E368818}" presName="iconBgRect" presStyleLbl="bgShp" presStyleIdx="0" presStyleCnt="4"/>
      <dgm:spPr/>
    </dgm:pt>
    <dgm:pt modelId="{5498C66C-2273-477A-90A4-1BF6714B46E6}" type="pres">
      <dgm:prSet presAssocID="{03305BFF-E456-4F1D-9E85-E6239E3688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AA26E1B-E21E-4083-B50E-19FFA2584466}" type="pres">
      <dgm:prSet presAssocID="{03305BFF-E456-4F1D-9E85-E6239E368818}" presName="spaceRect" presStyleCnt="0"/>
      <dgm:spPr/>
    </dgm:pt>
    <dgm:pt modelId="{BBB5D281-85C6-48E6-989C-C6DD10DDA713}" type="pres">
      <dgm:prSet presAssocID="{03305BFF-E456-4F1D-9E85-E6239E368818}" presName="textRect" presStyleLbl="revTx" presStyleIdx="0" presStyleCnt="4">
        <dgm:presLayoutVars>
          <dgm:chMax val="1"/>
          <dgm:chPref val="1"/>
        </dgm:presLayoutVars>
      </dgm:prSet>
      <dgm:spPr/>
    </dgm:pt>
    <dgm:pt modelId="{F683A374-D925-4F51-BB8A-61A6AC1E4A93}" type="pres">
      <dgm:prSet presAssocID="{DF685A14-E0A2-46CD-AE25-F5B9659DD976}" presName="sibTrans" presStyleLbl="sibTrans2D1" presStyleIdx="0" presStyleCnt="0"/>
      <dgm:spPr/>
    </dgm:pt>
    <dgm:pt modelId="{5E5B1528-FEB2-4D54-9DE2-2D9F4731E1C0}" type="pres">
      <dgm:prSet presAssocID="{93BBA1E2-57CC-45E1-97DE-13D216501C92}" presName="compNode" presStyleCnt="0"/>
      <dgm:spPr/>
    </dgm:pt>
    <dgm:pt modelId="{66B2A582-D813-464A-BD06-6DFCE8B03EEA}" type="pres">
      <dgm:prSet presAssocID="{93BBA1E2-57CC-45E1-97DE-13D216501C92}" presName="iconBgRect" presStyleLbl="bgShp" presStyleIdx="1" presStyleCnt="4"/>
      <dgm:spPr/>
    </dgm:pt>
    <dgm:pt modelId="{21918A25-87A7-423F-BC20-55B9BC58C054}" type="pres">
      <dgm:prSet presAssocID="{93BBA1E2-57CC-45E1-97DE-13D216501C9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A1F23B58-167E-4BFD-9629-6EB1CF661B34}" type="pres">
      <dgm:prSet presAssocID="{93BBA1E2-57CC-45E1-97DE-13D216501C92}" presName="spaceRect" presStyleCnt="0"/>
      <dgm:spPr/>
    </dgm:pt>
    <dgm:pt modelId="{7F7D6B17-B0FD-432F-8E77-B3E45AA25480}" type="pres">
      <dgm:prSet presAssocID="{93BBA1E2-57CC-45E1-97DE-13D216501C92}" presName="textRect" presStyleLbl="revTx" presStyleIdx="1" presStyleCnt="4">
        <dgm:presLayoutVars>
          <dgm:chMax val="1"/>
          <dgm:chPref val="1"/>
        </dgm:presLayoutVars>
      </dgm:prSet>
      <dgm:spPr/>
    </dgm:pt>
    <dgm:pt modelId="{3167A215-07C1-4598-AC2F-6E09B4CA907F}" type="pres">
      <dgm:prSet presAssocID="{DC1AED33-C702-4174-95F0-AEBD9213AAEF}" presName="sibTrans" presStyleLbl="sibTrans2D1" presStyleIdx="0" presStyleCnt="0"/>
      <dgm:spPr/>
    </dgm:pt>
    <dgm:pt modelId="{85459AD4-28B3-4ABC-9B0A-1ED856EF5BC7}" type="pres">
      <dgm:prSet presAssocID="{1AFD20B4-3B63-4CD4-920F-794B59449FC4}" presName="compNode" presStyleCnt="0"/>
      <dgm:spPr/>
    </dgm:pt>
    <dgm:pt modelId="{5F119069-39C8-447E-9B0B-881142530CF2}" type="pres">
      <dgm:prSet presAssocID="{1AFD20B4-3B63-4CD4-920F-794B59449FC4}" presName="iconBgRect" presStyleLbl="bgShp" presStyleIdx="2" presStyleCnt="4"/>
      <dgm:spPr/>
    </dgm:pt>
    <dgm:pt modelId="{76302CA1-62E4-4EB8-988C-8BD31DFD0CF7}" type="pres">
      <dgm:prSet presAssocID="{1AFD20B4-3B63-4CD4-920F-794B59449FC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07EBE36-F961-4D36-88F6-313830C41C3E}" type="pres">
      <dgm:prSet presAssocID="{1AFD20B4-3B63-4CD4-920F-794B59449FC4}" presName="spaceRect" presStyleCnt="0"/>
      <dgm:spPr/>
    </dgm:pt>
    <dgm:pt modelId="{0F55D7BC-9BB1-4788-8585-E06B93A3B5D9}" type="pres">
      <dgm:prSet presAssocID="{1AFD20B4-3B63-4CD4-920F-794B59449FC4}" presName="textRect" presStyleLbl="revTx" presStyleIdx="2" presStyleCnt="4">
        <dgm:presLayoutVars>
          <dgm:chMax val="1"/>
          <dgm:chPref val="1"/>
        </dgm:presLayoutVars>
      </dgm:prSet>
      <dgm:spPr/>
    </dgm:pt>
    <dgm:pt modelId="{7CFAB969-3BEC-4BCC-B39F-4823263EB1E5}" type="pres">
      <dgm:prSet presAssocID="{EF358B0F-FF2D-46CB-9B1C-DBBE67C3011B}" presName="sibTrans" presStyleLbl="sibTrans2D1" presStyleIdx="0" presStyleCnt="0"/>
      <dgm:spPr/>
    </dgm:pt>
    <dgm:pt modelId="{1307EFFC-FA49-45CA-A32E-7D294462D0F2}" type="pres">
      <dgm:prSet presAssocID="{6785A97D-FD94-40CE-81AD-88283B23E578}" presName="compNode" presStyleCnt="0"/>
      <dgm:spPr/>
    </dgm:pt>
    <dgm:pt modelId="{46B25349-338D-45F2-8D6F-66F6DA83D1A1}" type="pres">
      <dgm:prSet presAssocID="{6785A97D-FD94-40CE-81AD-88283B23E578}" presName="iconBgRect" presStyleLbl="bgShp" presStyleIdx="3" presStyleCnt="4"/>
      <dgm:spPr/>
    </dgm:pt>
    <dgm:pt modelId="{240CE13C-DCE3-4997-AFC4-BBFA24DCFE2B}" type="pres">
      <dgm:prSet presAssocID="{6785A97D-FD94-40CE-81AD-88283B23E5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C66D28EA-0E87-4643-8011-F84E3FD33141}" type="pres">
      <dgm:prSet presAssocID="{6785A97D-FD94-40CE-81AD-88283B23E578}" presName="spaceRect" presStyleCnt="0"/>
      <dgm:spPr/>
    </dgm:pt>
    <dgm:pt modelId="{32176D91-7D8E-4595-BBD2-2BC2C0FA3FC4}" type="pres">
      <dgm:prSet presAssocID="{6785A97D-FD94-40CE-81AD-88283B23E57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3C89B09-C9A0-475F-B1F1-422BE2E2C647}" type="presOf" srcId="{DC1AED33-C702-4174-95F0-AEBD9213AAEF}" destId="{3167A215-07C1-4598-AC2F-6E09B4CA907F}" srcOrd="0" destOrd="0" presId="urn:microsoft.com/office/officeart/2018/2/layout/IconCircleList"/>
    <dgm:cxn modelId="{5C44C40C-A9CC-42BF-95B1-6D32FB05221A}" type="presOf" srcId="{DF685A14-E0A2-46CD-AE25-F5B9659DD976}" destId="{F683A374-D925-4F51-BB8A-61A6AC1E4A93}" srcOrd="0" destOrd="0" presId="urn:microsoft.com/office/officeart/2018/2/layout/IconCircleList"/>
    <dgm:cxn modelId="{F8091A17-4A16-488B-A3B5-271758C86CF2}" srcId="{F89E6931-5654-448E-827C-7EC92DEF00D3}" destId="{1AFD20B4-3B63-4CD4-920F-794B59449FC4}" srcOrd="2" destOrd="0" parTransId="{93B0796A-72F1-44BC-8EE3-C47A8DBD5732}" sibTransId="{EF358B0F-FF2D-46CB-9B1C-DBBE67C3011B}"/>
    <dgm:cxn modelId="{88AB4B20-266D-47AC-8AF1-BE16034C5AA5}" type="presOf" srcId="{6785A97D-FD94-40CE-81AD-88283B23E578}" destId="{32176D91-7D8E-4595-BBD2-2BC2C0FA3FC4}" srcOrd="0" destOrd="0" presId="urn:microsoft.com/office/officeart/2018/2/layout/IconCircleList"/>
    <dgm:cxn modelId="{3C53ED2C-BDCF-47DE-A976-2E8BC8C7BE43}" srcId="{F89E6931-5654-448E-827C-7EC92DEF00D3}" destId="{93BBA1E2-57CC-45E1-97DE-13D216501C92}" srcOrd="1" destOrd="0" parTransId="{A9DB04D1-4A06-437F-94DC-032D0CC685CF}" sibTransId="{DC1AED33-C702-4174-95F0-AEBD9213AAEF}"/>
    <dgm:cxn modelId="{58C58D33-4FB7-4C3D-94C5-150541373D27}" srcId="{F89E6931-5654-448E-827C-7EC92DEF00D3}" destId="{03305BFF-E456-4F1D-9E85-E6239E368818}" srcOrd="0" destOrd="0" parTransId="{225FBF8C-D99E-4118-9757-C9A2FECE3F80}" sibTransId="{DF685A14-E0A2-46CD-AE25-F5B9659DD976}"/>
    <dgm:cxn modelId="{652F8839-0939-4CFA-AC82-0820D03BAEBC}" type="presOf" srcId="{F89E6931-5654-448E-827C-7EC92DEF00D3}" destId="{9964A7EF-08F7-469D-A344-33E362939227}" srcOrd="0" destOrd="0" presId="urn:microsoft.com/office/officeart/2018/2/layout/IconCircleList"/>
    <dgm:cxn modelId="{D32CF741-9A8D-4B3C-B726-77E7C7902078}" type="presOf" srcId="{03305BFF-E456-4F1D-9E85-E6239E368818}" destId="{BBB5D281-85C6-48E6-989C-C6DD10DDA713}" srcOrd="0" destOrd="0" presId="urn:microsoft.com/office/officeart/2018/2/layout/IconCircleList"/>
    <dgm:cxn modelId="{7E589A8E-50DB-4FBD-AE5E-57B3DED070FD}" srcId="{F89E6931-5654-448E-827C-7EC92DEF00D3}" destId="{6785A97D-FD94-40CE-81AD-88283B23E578}" srcOrd="3" destOrd="0" parTransId="{5C01D8BB-8B39-44E0-8BA0-0AB9939D6E04}" sibTransId="{6D23E8B9-4970-4D96-BA90-C42C93B14B44}"/>
    <dgm:cxn modelId="{BFA5DDDF-1914-4F22-9ECF-8D433314DEEF}" type="presOf" srcId="{93BBA1E2-57CC-45E1-97DE-13D216501C92}" destId="{7F7D6B17-B0FD-432F-8E77-B3E45AA25480}" srcOrd="0" destOrd="0" presId="urn:microsoft.com/office/officeart/2018/2/layout/IconCircleList"/>
    <dgm:cxn modelId="{C6AD80E4-7723-44BE-983C-DD6A104839E2}" type="presOf" srcId="{1AFD20B4-3B63-4CD4-920F-794B59449FC4}" destId="{0F55D7BC-9BB1-4788-8585-E06B93A3B5D9}" srcOrd="0" destOrd="0" presId="urn:microsoft.com/office/officeart/2018/2/layout/IconCircleList"/>
    <dgm:cxn modelId="{77FD03EE-625C-4993-9902-2AB2099BDA5A}" type="presOf" srcId="{EF358B0F-FF2D-46CB-9B1C-DBBE67C3011B}" destId="{7CFAB969-3BEC-4BCC-B39F-4823263EB1E5}" srcOrd="0" destOrd="0" presId="urn:microsoft.com/office/officeart/2018/2/layout/IconCircleList"/>
    <dgm:cxn modelId="{9E86A1E2-9095-4DFF-8367-B768B23313A0}" type="presParOf" srcId="{9964A7EF-08F7-469D-A344-33E362939227}" destId="{A84EC9DC-7958-437E-9FA6-CF1D238891B8}" srcOrd="0" destOrd="0" presId="urn:microsoft.com/office/officeart/2018/2/layout/IconCircleList"/>
    <dgm:cxn modelId="{5C6F2A93-C396-4FE6-A23C-14C72B171CBB}" type="presParOf" srcId="{A84EC9DC-7958-437E-9FA6-CF1D238891B8}" destId="{92E620D5-45A8-4FA7-B1DE-9DC574DCF77E}" srcOrd="0" destOrd="0" presId="urn:microsoft.com/office/officeart/2018/2/layout/IconCircleList"/>
    <dgm:cxn modelId="{47ED54A1-6545-428E-823F-A91C320595AD}" type="presParOf" srcId="{92E620D5-45A8-4FA7-B1DE-9DC574DCF77E}" destId="{3817637B-1555-4600-80DF-C4B8061E5ADA}" srcOrd="0" destOrd="0" presId="urn:microsoft.com/office/officeart/2018/2/layout/IconCircleList"/>
    <dgm:cxn modelId="{3E3F3D24-E97D-4F96-AB28-3C613511ADD2}" type="presParOf" srcId="{92E620D5-45A8-4FA7-B1DE-9DC574DCF77E}" destId="{5498C66C-2273-477A-90A4-1BF6714B46E6}" srcOrd="1" destOrd="0" presId="urn:microsoft.com/office/officeart/2018/2/layout/IconCircleList"/>
    <dgm:cxn modelId="{0AE95DF1-32CF-4652-BDED-AAA85123ECF5}" type="presParOf" srcId="{92E620D5-45A8-4FA7-B1DE-9DC574DCF77E}" destId="{2AA26E1B-E21E-4083-B50E-19FFA2584466}" srcOrd="2" destOrd="0" presId="urn:microsoft.com/office/officeart/2018/2/layout/IconCircleList"/>
    <dgm:cxn modelId="{24DE94BD-B3BF-485D-9492-529CD37CB9BA}" type="presParOf" srcId="{92E620D5-45A8-4FA7-B1DE-9DC574DCF77E}" destId="{BBB5D281-85C6-48E6-989C-C6DD10DDA713}" srcOrd="3" destOrd="0" presId="urn:microsoft.com/office/officeart/2018/2/layout/IconCircleList"/>
    <dgm:cxn modelId="{5AD8C635-CFF6-432A-919E-DE07ACBD7169}" type="presParOf" srcId="{A84EC9DC-7958-437E-9FA6-CF1D238891B8}" destId="{F683A374-D925-4F51-BB8A-61A6AC1E4A93}" srcOrd="1" destOrd="0" presId="urn:microsoft.com/office/officeart/2018/2/layout/IconCircleList"/>
    <dgm:cxn modelId="{BFD96F66-F206-41C9-A7EA-75262F9C1A77}" type="presParOf" srcId="{A84EC9DC-7958-437E-9FA6-CF1D238891B8}" destId="{5E5B1528-FEB2-4D54-9DE2-2D9F4731E1C0}" srcOrd="2" destOrd="0" presId="urn:microsoft.com/office/officeart/2018/2/layout/IconCircleList"/>
    <dgm:cxn modelId="{2E92E71C-A4A5-45B5-AE2F-A27423C84896}" type="presParOf" srcId="{5E5B1528-FEB2-4D54-9DE2-2D9F4731E1C0}" destId="{66B2A582-D813-464A-BD06-6DFCE8B03EEA}" srcOrd="0" destOrd="0" presId="urn:microsoft.com/office/officeart/2018/2/layout/IconCircleList"/>
    <dgm:cxn modelId="{C8A2B037-EEF6-448A-9433-4587AE150B9C}" type="presParOf" srcId="{5E5B1528-FEB2-4D54-9DE2-2D9F4731E1C0}" destId="{21918A25-87A7-423F-BC20-55B9BC58C054}" srcOrd="1" destOrd="0" presId="urn:microsoft.com/office/officeart/2018/2/layout/IconCircleList"/>
    <dgm:cxn modelId="{8644ECE7-90AB-4A71-A9D9-69718ACE5237}" type="presParOf" srcId="{5E5B1528-FEB2-4D54-9DE2-2D9F4731E1C0}" destId="{A1F23B58-167E-4BFD-9629-6EB1CF661B34}" srcOrd="2" destOrd="0" presId="urn:microsoft.com/office/officeart/2018/2/layout/IconCircleList"/>
    <dgm:cxn modelId="{74E02894-963F-4D2C-84CF-FE589AA699D7}" type="presParOf" srcId="{5E5B1528-FEB2-4D54-9DE2-2D9F4731E1C0}" destId="{7F7D6B17-B0FD-432F-8E77-B3E45AA25480}" srcOrd="3" destOrd="0" presId="urn:microsoft.com/office/officeart/2018/2/layout/IconCircleList"/>
    <dgm:cxn modelId="{807981DB-2EC6-4E2F-A9C5-885D44E77BD9}" type="presParOf" srcId="{A84EC9DC-7958-437E-9FA6-CF1D238891B8}" destId="{3167A215-07C1-4598-AC2F-6E09B4CA907F}" srcOrd="3" destOrd="0" presId="urn:microsoft.com/office/officeart/2018/2/layout/IconCircleList"/>
    <dgm:cxn modelId="{20D7A012-523F-4672-AF5B-F44E5445C8A7}" type="presParOf" srcId="{A84EC9DC-7958-437E-9FA6-CF1D238891B8}" destId="{85459AD4-28B3-4ABC-9B0A-1ED856EF5BC7}" srcOrd="4" destOrd="0" presId="urn:microsoft.com/office/officeart/2018/2/layout/IconCircleList"/>
    <dgm:cxn modelId="{5A4B0281-962D-4587-B0B6-29FEC96A25A6}" type="presParOf" srcId="{85459AD4-28B3-4ABC-9B0A-1ED856EF5BC7}" destId="{5F119069-39C8-447E-9B0B-881142530CF2}" srcOrd="0" destOrd="0" presId="urn:microsoft.com/office/officeart/2018/2/layout/IconCircleList"/>
    <dgm:cxn modelId="{D48FA941-7C7D-4A04-BF28-ACDF91B891BF}" type="presParOf" srcId="{85459AD4-28B3-4ABC-9B0A-1ED856EF5BC7}" destId="{76302CA1-62E4-4EB8-988C-8BD31DFD0CF7}" srcOrd="1" destOrd="0" presId="urn:microsoft.com/office/officeart/2018/2/layout/IconCircleList"/>
    <dgm:cxn modelId="{A52929A9-0288-4A38-8938-52DBF06EB4A2}" type="presParOf" srcId="{85459AD4-28B3-4ABC-9B0A-1ED856EF5BC7}" destId="{C07EBE36-F961-4D36-88F6-313830C41C3E}" srcOrd="2" destOrd="0" presId="urn:microsoft.com/office/officeart/2018/2/layout/IconCircleList"/>
    <dgm:cxn modelId="{33E1B319-4DDE-4BD0-982F-92D52A19A844}" type="presParOf" srcId="{85459AD4-28B3-4ABC-9B0A-1ED856EF5BC7}" destId="{0F55D7BC-9BB1-4788-8585-E06B93A3B5D9}" srcOrd="3" destOrd="0" presId="urn:microsoft.com/office/officeart/2018/2/layout/IconCircleList"/>
    <dgm:cxn modelId="{874C86F8-E888-432C-8B6A-263CC66BD46A}" type="presParOf" srcId="{A84EC9DC-7958-437E-9FA6-CF1D238891B8}" destId="{7CFAB969-3BEC-4BCC-B39F-4823263EB1E5}" srcOrd="5" destOrd="0" presId="urn:microsoft.com/office/officeart/2018/2/layout/IconCircleList"/>
    <dgm:cxn modelId="{24C273AE-B6B6-4D56-99AD-C32197C87D21}" type="presParOf" srcId="{A84EC9DC-7958-437E-9FA6-CF1D238891B8}" destId="{1307EFFC-FA49-45CA-A32E-7D294462D0F2}" srcOrd="6" destOrd="0" presId="urn:microsoft.com/office/officeart/2018/2/layout/IconCircleList"/>
    <dgm:cxn modelId="{8BB72DBD-41C7-4712-8E8D-94C1B71804CB}" type="presParOf" srcId="{1307EFFC-FA49-45CA-A32E-7D294462D0F2}" destId="{46B25349-338D-45F2-8D6F-66F6DA83D1A1}" srcOrd="0" destOrd="0" presId="urn:microsoft.com/office/officeart/2018/2/layout/IconCircleList"/>
    <dgm:cxn modelId="{D3E54658-C839-4028-AF7C-4118F8C7F1A5}" type="presParOf" srcId="{1307EFFC-FA49-45CA-A32E-7D294462D0F2}" destId="{240CE13C-DCE3-4997-AFC4-BBFA24DCFE2B}" srcOrd="1" destOrd="0" presId="urn:microsoft.com/office/officeart/2018/2/layout/IconCircleList"/>
    <dgm:cxn modelId="{9036C1C6-7447-4D18-8781-E73698343DA5}" type="presParOf" srcId="{1307EFFC-FA49-45CA-A32E-7D294462D0F2}" destId="{C66D28EA-0E87-4643-8011-F84E3FD33141}" srcOrd="2" destOrd="0" presId="urn:microsoft.com/office/officeart/2018/2/layout/IconCircleList"/>
    <dgm:cxn modelId="{F6B5BC80-1C9E-461F-9243-574B277F56D3}" type="presParOf" srcId="{1307EFFC-FA49-45CA-A32E-7D294462D0F2}" destId="{32176D91-7D8E-4595-BBD2-2BC2C0FA3FC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4DCBD7-0ED5-48B6-99B8-8278BCBD8AA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3E13375-3F28-481A-9041-A4185EA93BF0}">
      <dgm:prSet/>
      <dgm:spPr/>
      <dgm:t>
        <a:bodyPr/>
        <a:lstStyle/>
        <a:p>
          <a:pPr>
            <a:defRPr cap="all"/>
          </a:pPr>
          <a:r>
            <a:rPr lang="en-IN"/>
            <a:t>BEVERAGES HAVE CONTRIBUTE 24.7% OF PROFIT IN TOTAL PROFIT OF TASTY BITES</a:t>
          </a:r>
          <a:endParaRPr lang="en-US"/>
        </a:p>
      </dgm:t>
    </dgm:pt>
    <dgm:pt modelId="{031FDB22-A06F-4FBA-884B-DC12157EB989}" type="parTrans" cxnId="{9B6ECF7F-083D-4C5C-8924-B6C3565677C8}">
      <dgm:prSet/>
      <dgm:spPr/>
      <dgm:t>
        <a:bodyPr/>
        <a:lstStyle/>
        <a:p>
          <a:endParaRPr lang="en-US"/>
        </a:p>
      </dgm:t>
    </dgm:pt>
    <dgm:pt modelId="{EF35C0B0-A928-4281-8DC1-086D92137DFB}" type="sibTrans" cxnId="{9B6ECF7F-083D-4C5C-8924-B6C3565677C8}">
      <dgm:prSet/>
      <dgm:spPr/>
      <dgm:t>
        <a:bodyPr/>
        <a:lstStyle/>
        <a:p>
          <a:endParaRPr lang="en-US"/>
        </a:p>
      </dgm:t>
    </dgm:pt>
    <dgm:pt modelId="{26565BCD-E6F3-46B5-A74C-E07795A33331}">
      <dgm:prSet/>
      <dgm:spPr/>
      <dgm:t>
        <a:bodyPr/>
        <a:lstStyle/>
        <a:p>
          <a:pPr>
            <a:defRPr cap="all"/>
          </a:pPr>
          <a:r>
            <a:rPr lang="en-IN"/>
            <a:t>SNACKS HAVE DRIVES OUT THE PROFIT OF ALMOST 32.4% FOR TASTY BITES</a:t>
          </a:r>
          <a:endParaRPr lang="en-US"/>
        </a:p>
      </dgm:t>
    </dgm:pt>
    <dgm:pt modelId="{A0FD035C-B44A-46F8-9E45-B173DFEB17C2}" type="parTrans" cxnId="{70D044F5-A6BB-4791-94FC-CB70AD4692D4}">
      <dgm:prSet/>
      <dgm:spPr/>
      <dgm:t>
        <a:bodyPr/>
        <a:lstStyle/>
        <a:p>
          <a:endParaRPr lang="en-US"/>
        </a:p>
      </dgm:t>
    </dgm:pt>
    <dgm:pt modelId="{3065F0D8-4BFD-46A0-8285-85C3F306C410}" type="sibTrans" cxnId="{70D044F5-A6BB-4791-94FC-CB70AD4692D4}">
      <dgm:prSet/>
      <dgm:spPr/>
      <dgm:t>
        <a:bodyPr/>
        <a:lstStyle/>
        <a:p>
          <a:endParaRPr lang="en-US"/>
        </a:p>
      </dgm:t>
    </dgm:pt>
    <dgm:pt modelId="{6BECAE37-4911-4C23-AD03-31152D351FFE}">
      <dgm:prSet/>
      <dgm:spPr/>
      <dgm:t>
        <a:bodyPr/>
        <a:lstStyle/>
        <a:p>
          <a:pPr>
            <a:defRPr cap="all"/>
          </a:pPr>
          <a:r>
            <a:rPr lang="en-IN"/>
            <a:t>MEALS BRINGS MOST IN CASH AND THE THINEST PROFIT FOR TASTY BITES </a:t>
          </a:r>
          <a:endParaRPr lang="en-US"/>
        </a:p>
      </dgm:t>
    </dgm:pt>
    <dgm:pt modelId="{20D3F8A1-7154-4EF0-B672-B2EB0A6AB835}" type="parTrans" cxnId="{9C4D701D-FE5C-43D8-8837-92CB4CA62482}">
      <dgm:prSet/>
      <dgm:spPr/>
      <dgm:t>
        <a:bodyPr/>
        <a:lstStyle/>
        <a:p>
          <a:endParaRPr lang="en-US"/>
        </a:p>
      </dgm:t>
    </dgm:pt>
    <dgm:pt modelId="{BAA1E301-400C-439F-8B5B-7131F93085D5}" type="sibTrans" cxnId="{9C4D701D-FE5C-43D8-8837-92CB4CA62482}">
      <dgm:prSet/>
      <dgm:spPr/>
      <dgm:t>
        <a:bodyPr/>
        <a:lstStyle/>
        <a:p>
          <a:endParaRPr lang="en-US"/>
        </a:p>
      </dgm:t>
    </dgm:pt>
    <dgm:pt modelId="{4CD47F91-A28D-4215-BD87-C9FC60103C90}" type="pres">
      <dgm:prSet presAssocID="{B94DCBD7-0ED5-48B6-99B8-8278BCBD8AA5}" presName="root" presStyleCnt="0">
        <dgm:presLayoutVars>
          <dgm:dir/>
          <dgm:resizeHandles val="exact"/>
        </dgm:presLayoutVars>
      </dgm:prSet>
      <dgm:spPr/>
    </dgm:pt>
    <dgm:pt modelId="{BC79B39A-F16B-478D-BB06-89A6999FE927}" type="pres">
      <dgm:prSet presAssocID="{33E13375-3F28-481A-9041-A4185EA93BF0}" presName="compNode" presStyleCnt="0"/>
      <dgm:spPr/>
    </dgm:pt>
    <dgm:pt modelId="{3A86C1E6-906D-48E1-A100-FC9A3AA6FF69}" type="pres">
      <dgm:prSet presAssocID="{33E13375-3F28-481A-9041-A4185EA93BF0}" presName="iconBgRect" presStyleLbl="bgShp" presStyleIdx="0" presStyleCnt="3"/>
      <dgm:spPr/>
    </dgm:pt>
    <dgm:pt modelId="{010B83C5-2A68-4A26-B6BB-BF9711EA95F3}" type="pres">
      <dgm:prSet presAssocID="{33E13375-3F28-481A-9041-A4185EA93BF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mpagne Glasses"/>
        </a:ext>
      </dgm:extLst>
    </dgm:pt>
    <dgm:pt modelId="{BFE85194-8B53-4C49-BF64-4F3DE18A5ED7}" type="pres">
      <dgm:prSet presAssocID="{33E13375-3F28-481A-9041-A4185EA93BF0}" presName="spaceRect" presStyleCnt="0"/>
      <dgm:spPr/>
    </dgm:pt>
    <dgm:pt modelId="{242F38CE-E24A-4EEF-9E95-139EFF054A2B}" type="pres">
      <dgm:prSet presAssocID="{33E13375-3F28-481A-9041-A4185EA93BF0}" presName="textRect" presStyleLbl="revTx" presStyleIdx="0" presStyleCnt="3">
        <dgm:presLayoutVars>
          <dgm:chMax val="1"/>
          <dgm:chPref val="1"/>
        </dgm:presLayoutVars>
      </dgm:prSet>
      <dgm:spPr/>
    </dgm:pt>
    <dgm:pt modelId="{028F72CA-9668-4582-BCCB-10B76D3B0E19}" type="pres">
      <dgm:prSet presAssocID="{EF35C0B0-A928-4281-8DC1-086D92137DFB}" presName="sibTrans" presStyleCnt="0"/>
      <dgm:spPr/>
    </dgm:pt>
    <dgm:pt modelId="{0E1A3CA4-E730-4172-8C77-BC8E84CA585C}" type="pres">
      <dgm:prSet presAssocID="{26565BCD-E6F3-46B5-A74C-E07795A33331}" presName="compNode" presStyleCnt="0"/>
      <dgm:spPr/>
    </dgm:pt>
    <dgm:pt modelId="{BF264443-A021-4AFA-9A4E-153C0A003C50}" type="pres">
      <dgm:prSet presAssocID="{26565BCD-E6F3-46B5-A74C-E07795A33331}" presName="iconBgRect" presStyleLbl="bgShp" presStyleIdx="1" presStyleCnt="3"/>
      <dgm:spPr/>
    </dgm:pt>
    <dgm:pt modelId="{581FBC8B-DA74-454B-9093-526568CD6BB5}" type="pres">
      <dgm:prSet presAssocID="{26565BCD-E6F3-46B5-A74C-E07795A333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rries"/>
        </a:ext>
      </dgm:extLst>
    </dgm:pt>
    <dgm:pt modelId="{4F251A6B-26C8-43C4-8480-C35321F0786B}" type="pres">
      <dgm:prSet presAssocID="{26565BCD-E6F3-46B5-A74C-E07795A33331}" presName="spaceRect" presStyleCnt="0"/>
      <dgm:spPr/>
    </dgm:pt>
    <dgm:pt modelId="{EF0FC0CB-71EB-4589-9E92-65698D549741}" type="pres">
      <dgm:prSet presAssocID="{26565BCD-E6F3-46B5-A74C-E07795A33331}" presName="textRect" presStyleLbl="revTx" presStyleIdx="1" presStyleCnt="3">
        <dgm:presLayoutVars>
          <dgm:chMax val="1"/>
          <dgm:chPref val="1"/>
        </dgm:presLayoutVars>
      </dgm:prSet>
      <dgm:spPr/>
    </dgm:pt>
    <dgm:pt modelId="{60AD0042-7004-42D7-A0AA-5B94C23D34E4}" type="pres">
      <dgm:prSet presAssocID="{3065F0D8-4BFD-46A0-8285-85C3F306C410}" presName="sibTrans" presStyleCnt="0"/>
      <dgm:spPr/>
    </dgm:pt>
    <dgm:pt modelId="{597EBD55-8937-4BF7-ABDF-7E79D370A3CE}" type="pres">
      <dgm:prSet presAssocID="{6BECAE37-4911-4C23-AD03-31152D351FFE}" presName="compNode" presStyleCnt="0"/>
      <dgm:spPr/>
    </dgm:pt>
    <dgm:pt modelId="{A9CC7A56-204B-4B7E-9B09-0AFECA8BC3F7}" type="pres">
      <dgm:prSet presAssocID="{6BECAE37-4911-4C23-AD03-31152D351FFE}" presName="iconBgRect" presStyleLbl="bgShp" presStyleIdx="2" presStyleCnt="3"/>
      <dgm:spPr/>
    </dgm:pt>
    <dgm:pt modelId="{67E56C77-3B75-4AE1-89A2-93E09C297D53}" type="pres">
      <dgm:prSet presAssocID="{6BECAE37-4911-4C23-AD03-31152D351F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12B8D929-150A-486C-BAAA-4A070A73690C}" type="pres">
      <dgm:prSet presAssocID="{6BECAE37-4911-4C23-AD03-31152D351FFE}" presName="spaceRect" presStyleCnt="0"/>
      <dgm:spPr/>
    </dgm:pt>
    <dgm:pt modelId="{41894EDB-C2A9-42A9-A0D8-52EAEFCD6EDA}" type="pres">
      <dgm:prSet presAssocID="{6BECAE37-4911-4C23-AD03-31152D351FF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7BB9B08-B2AD-47A0-9767-4A92A4C16DAE}" type="presOf" srcId="{26565BCD-E6F3-46B5-A74C-E07795A33331}" destId="{EF0FC0CB-71EB-4589-9E92-65698D549741}" srcOrd="0" destOrd="0" presId="urn:microsoft.com/office/officeart/2018/5/layout/IconCircleLabelList"/>
    <dgm:cxn modelId="{9C4D701D-FE5C-43D8-8837-92CB4CA62482}" srcId="{B94DCBD7-0ED5-48B6-99B8-8278BCBD8AA5}" destId="{6BECAE37-4911-4C23-AD03-31152D351FFE}" srcOrd="2" destOrd="0" parTransId="{20D3F8A1-7154-4EF0-B672-B2EB0A6AB835}" sibTransId="{BAA1E301-400C-439F-8B5B-7131F93085D5}"/>
    <dgm:cxn modelId="{4319402C-F407-4A0F-8F31-BC7EBA4A6C55}" type="presOf" srcId="{33E13375-3F28-481A-9041-A4185EA93BF0}" destId="{242F38CE-E24A-4EEF-9E95-139EFF054A2B}" srcOrd="0" destOrd="0" presId="urn:microsoft.com/office/officeart/2018/5/layout/IconCircleLabelList"/>
    <dgm:cxn modelId="{B5CE8230-37DF-4E15-9C46-5F7843A73D90}" type="presOf" srcId="{B94DCBD7-0ED5-48B6-99B8-8278BCBD8AA5}" destId="{4CD47F91-A28D-4215-BD87-C9FC60103C90}" srcOrd="0" destOrd="0" presId="urn:microsoft.com/office/officeart/2018/5/layout/IconCircleLabelList"/>
    <dgm:cxn modelId="{9B6ECF7F-083D-4C5C-8924-B6C3565677C8}" srcId="{B94DCBD7-0ED5-48B6-99B8-8278BCBD8AA5}" destId="{33E13375-3F28-481A-9041-A4185EA93BF0}" srcOrd="0" destOrd="0" parTransId="{031FDB22-A06F-4FBA-884B-DC12157EB989}" sibTransId="{EF35C0B0-A928-4281-8DC1-086D92137DFB}"/>
    <dgm:cxn modelId="{B28827A1-15CC-4A8E-B2DA-46FA6D279EAD}" type="presOf" srcId="{6BECAE37-4911-4C23-AD03-31152D351FFE}" destId="{41894EDB-C2A9-42A9-A0D8-52EAEFCD6EDA}" srcOrd="0" destOrd="0" presId="urn:microsoft.com/office/officeart/2018/5/layout/IconCircleLabelList"/>
    <dgm:cxn modelId="{70D044F5-A6BB-4791-94FC-CB70AD4692D4}" srcId="{B94DCBD7-0ED5-48B6-99B8-8278BCBD8AA5}" destId="{26565BCD-E6F3-46B5-A74C-E07795A33331}" srcOrd="1" destOrd="0" parTransId="{A0FD035C-B44A-46F8-9E45-B173DFEB17C2}" sibTransId="{3065F0D8-4BFD-46A0-8285-85C3F306C410}"/>
    <dgm:cxn modelId="{A28DC28D-88C5-4588-9E57-740B2F481BBB}" type="presParOf" srcId="{4CD47F91-A28D-4215-BD87-C9FC60103C90}" destId="{BC79B39A-F16B-478D-BB06-89A6999FE927}" srcOrd="0" destOrd="0" presId="urn:microsoft.com/office/officeart/2018/5/layout/IconCircleLabelList"/>
    <dgm:cxn modelId="{880B3408-072F-46DE-9B17-127448C12958}" type="presParOf" srcId="{BC79B39A-F16B-478D-BB06-89A6999FE927}" destId="{3A86C1E6-906D-48E1-A100-FC9A3AA6FF69}" srcOrd="0" destOrd="0" presId="urn:microsoft.com/office/officeart/2018/5/layout/IconCircleLabelList"/>
    <dgm:cxn modelId="{61393D36-1380-4004-ADE9-714E460DF374}" type="presParOf" srcId="{BC79B39A-F16B-478D-BB06-89A6999FE927}" destId="{010B83C5-2A68-4A26-B6BB-BF9711EA95F3}" srcOrd="1" destOrd="0" presId="urn:microsoft.com/office/officeart/2018/5/layout/IconCircleLabelList"/>
    <dgm:cxn modelId="{F9F9DE7F-FDD0-46BE-B8C8-043E39D0B6BC}" type="presParOf" srcId="{BC79B39A-F16B-478D-BB06-89A6999FE927}" destId="{BFE85194-8B53-4C49-BF64-4F3DE18A5ED7}" srcOrd="2" destOrd="0" presId="urn:microsoft.com/office/officeart/2018/5/layout/IconCircleLabelList"/>
    <dgm:cxn modelId="{283771D0-EA8B-46B6-9CB2-8B36303E5949}" type="presParOf" srcId="{BC79B39A-F16B-478D-BB06-89A6999FE927}" destId="{242F38CE-E24A-4EEF-9E95-139EFF054A2B}" srcOrd="3" destOrd="0" presId="urn:microsoft.com/office/officeart/2018/5/layout/IconCircleLabelList"/>
    <dgm:cxn modelId="{63160250-7FB9-4835-B049-FB8CBE696EDF}" type="presParOf" srcId="{4CD47F91-A28D-4215-BD87-C9FC60103C90}" destId="{028F72CA-9668-4582-BCCB-10B76D3B0E19}" srcOrd="1" destOrd="0" presId="urn:microsoft.com/office/officeart/2018/5/layout/IconCircleLabelList"/>
    <dgm:cxn modelId="{3CBC59D9-F7B2-4A54-9DC3-7B3A863CB9A0}" type="presParOf" srcId="{4CD47F91-A28D-4215-BD87-C9FC60103C90}" destId="{0E1A3CA4-E730-4172-8C77-BC8E84CA585C}" srcOrd="2" destOrd="0" presId="urn:microsoft.com/office/officeart/2018/5/layout/IconCircleLabelList"/>
    <dgm:cxn modelId="{3D638482-4C58-41FC-95E3-959FC0D17AB2}" type="presParOf" srcId="{0E1A3CA4-E730-4172-8C77-BC8E84CA585C}" destId="{BF264443-A021-4AFA-9A4E-153C0A003C50}" srcOrd="0" destOrd="0" presId="urn:microsoft.com/office/officeart/2018/5/layout/IconCircleLabelList"/>
    <dgm:cxn modelId="{B2B835E9-8BCE-4A6A-BAAF-893A46F0E7EB}" type="presParOf" srcId="{0E1A3CA4-E730-4172-8C77-BC8E84CA585C}" destId="{581FBC8B-DA74-454B-9093-526568CD6BB5}" srcOrd="1" destOrd="0" presId="urn:microsoft.com/office/officeart/2018/5/layout/IconCircleLabelList"/>
    <dgm:cxn modelId="{FD2E4E46-C930-4BDA-A991-E1879696F74D}" type="presParOf" srcId="{0E1A3CA4-E730-4172-8C77-BC8E84CA585C}" destId="{4F251A6B-26C8-43C4-8480-C35321F0786B}" srcOrd="2" destOrd="0" presId="urn:microsoft.com/office/officeart/2018/5/layout/IconCircleLabelList"/>
    <dgm:cxn modelId="{F87099A7-DAEB-4594-823F-DB7AB5D65D63}" type="presParOf" srcId="{0E1A3CA4-E730-4172-8C77-BC8E84CA585C}" destId="{EF0FC0CB-71EB-4589-9E92-65698D549741}" srcOrd="3" destOrd="0" presId="urn:microsoft.com/office/officeart/2018/5/layout/IconCircleLabelList"/>
    <dgm:cxn modelId="{6931354B-28DE-47DA-A0B7-87405D5236AB}" type="presParOf" srcId="{4CD47F91-A28D-4215-BD87-C9FC60103C90}" destId="{60AD0042-7004-42D7-A0AA-5B94C23D34E4}" srcOrd="3" destOrd="0" presId="urn:microsoft.com/office/officeart/2018/5/layout/IconCircleLabelList"/>
    <dgm:cxn modelId="{59AE2ADD-5727-463E-A617-B58AA281A385}" type="presParOf" srcId="{4CD47F91-A28D-4215-BD87-C9FC60103C90}" destId="{597EBD55-8937-4BF7-ABDF-7E79D370A3CE}" srcOrd="4" destOrd="0" presId="urn:microsoft.com/office/officeart/2018/5/layout/IconCircleLabelList"/>
    <dgm:cxn modelId="{2B58EF2B-A04F-4C99-A0CB-F480CC47383F}" type="presParOf" srcId="{597EBD55-8937-4BF7-ABDF-7E79D370A3CE}" destId="{A9CC7A56-204B-4B7E-9B09-0AFECA8BC3F7}" srcOrd="0" destOrd="0" presId="urn:microsoft.com/office/officeart/2018/5/layout/IconCircleLabelList"/>
    <dgm:cxn modelId="{0BD1FF81-D2EE-4D17-A2DD-5CC10DF13C6B}" type="presParOf" srcId="{597EBD55-8937-4BF7-ABDF-7E79D370A3CE}" destId="{67E56C77-3B75-4AE1-89A2-93E09C297D53}" srcOrd="1" destOrd="0" presId="urn:microsoft.com/office/officeart/2018/5/layout/IconCircleLabelList"/>
    <dgm:cxn modelId="{668B1CEB-A7B7-4ED8-97E9-4B4837C2283B}" type="presParOf" srcId="{597EBD55-8937-4BF7-ABDF-7E79D370A3CE}" destId="{12B8D929-150A-486C-BAAA-4A070A73690C}" srcOrd="2" destOrd="0" presId="urn:microsoft.com/office/officeart/2018/5/layout/IconCircleLabelList"/>
    <dgm:cxn modelId="{52A0328F-9077-4EC2-BB71-A829D47ADAD2}" type="presParOf" srcId="{597EBD55-8937-4BF7-ABDF-7E79D370A3CE}" destId="{41894EDB-C2A9-42A9-A0D8-52EAEFCD6ED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D17B34-543D-4B23-BA0F-AC0A5752068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8F303B9-1453-4144-A57C-29ED79CC47EE}">
      <dgm:prSet/>
      <dgm:spPr/>
      <dgm:t>
        <a:bodyPr/>
        <a:lstStyle/>
        <a:p>
          <a:r>
            <a:rPr lang="en-IN"/>
            <a:t>HIGH VOLUME IS NOT EQUAL TO HIGH PROFIT GENERATIONS SO WE CAN’T SAY THAT IF ANY PRODUCT HAVE HIGHER UNITS SOLD THAT CAN LEAD TO MORE PROFIT GENERATIONS </a:t>
          </a:r>
          <a:endParaRPr lang="en-US"/>
        </a:p>
      </dgm:t>
    </dgm:pt>
    <dgm:pt modelId="{A3BDC47D-7857-4B60-818D-54E7940D8244}" type="parTrans" cxnId="{D36B3DDF-91A3-49A9-B3A9-A40BDFD3B0A1}">
      <dgm:prSet/>
      <dgm:spPr/>
      <dgm:t>
        <a:bodyPr/>
        <a:lstStyle/>
        <a:p>
          <a:endParaRPr lang="en-US"/>
        </a:p>
      </dgm:t>
    </dgm:pt>
    <dgm:pt modelId="{7ADCFA6A-C8C7-4738-9F15-E0E2F13D9DA1}" type="sibTrans" cxnId="{D36B3DDF-91A3-49A9-B3A9-A40BDFD3B0A1}">
      <dgm:prSet/>
      <dgm:spPr/>
      <dgm:t>
        <a:bodyPr/>
        <a:lstStyle/>
        <a:p>
          <a:endParaRPr lang="en-US"/>
        </a:p>
      </dgm:t>
    </dgm:pt>
    <dgm:pt modelId="{8D67D476-DE9B-407C-8480-AC9B9BDD91D5}">
      <dgm:prSet/>
      <dgm:spPr/>
      <dgm:t>
        <a:bodyPr/>
        <a:lstStyle/>
        <a:p>
          <a:r>
            <a:rPr lang="en-IN"/>
            <a:t>BEVERAGES IS FIND TO BE THE MOST SUCCESFULL PRODUCT WHEN THE TOPIC IS PROFIT GENERATIONS </a:t>
          </a:r>
          <a:endParaRPr lang="en-US"/>
        </a:p>
      </dgm:t>
    </dgm:pt>
    <dgm:pt modelId="{1BA62474-4DF1-4EF0-AAF0-17DEF0E85DE5}" type="parTrans" cxnId="{C9548755-B170-49F9-8E05-C65132A6BDC7}">
      <dgm:prSet/>
      <dgm:spPr/>
      <dgm:t>
        <a:bodyPr/>
        <a:lstStyle/>
        <a:p>
          <a:endParaRPr lang="en-US"/>
        </a:p>
      </dgm:t>
    </dgm:pt>
    <dgm:pt modelId="{08A1DF0C-3420-497F-A75E-A20E8AD94F95}" type="sibTrans" cxnId="{C9548755-B170-49F9-8E05-C65132A6BDC7}">
      <dgm:prSet/>
      <dgm:spPr/>
      <dgm:t>
        <a:bodyPr/>
        <a:lstStyle/>
        <a:p>
          <a:endParaRPr lang="en-US"/>
        </a:p>
      </dgm:t>
    </dgm:pt>
    <dgm:pt modelId="{0531D6A2-BAC7-4C94-982A-201604BF50E3}">
      <dgm:prSet/>
      <dgm:spPr/>
      <dgm:t>
        <a:bodyPr/>
        <a:lstStyle/>
        <a:p>
          <a:r>
            <a:rPr lang="en-IN"/>
            <a:t>HEAVY DISCOUNTS LEAD TO ERODE MARGINS SO WE HAVE TO WORK TO CUSTOMIZE THE DISCOUNT ACCORDING TO NEED </a:t>
          </a:r>
          <a:endParaRPr lang="en-US"/>
        </a:p>
      </dgm:t>
    </dgm:pt>
    <dgm:pt modelId="{5435DE18-E9D8-4B2A-8E6C-9E97DBB71E0B}" type="parTrans" cxnId="{72643242-2687-4A42-B431-6B976C1BA769}">
      <dgm:prSet/>
      <dgm:spPr/>
      <dgm:t>
        <a:bodyPr/>
        <a:lstStyle/>
        <a:p>
          <a:endParaRPr lang="en-US"/>
        </a:p>
      </dgm:t>
    </dgm:pt>
    <dgm:pt modelId="{A34E44BA-9A7B-4433-AD7A-A5A0252B6030}" type="sibTrans" cxnId="{72643242-2687-4A42-B431-6B976C1BA769}">
      <dgm:prSet/>
      <dgm:spPr/>
      <dgm:t>
        <a:bodyPr/>
        <a:lstStyle/>
        <a:p>
          <a:endParaRPr lang="en-US"/>
        </a:p>
      </dgm:t>
    </dgm:pt>
    <dgm:pt modelId="{4491E027-F485-4D53-9CA3-2691E32E99D7}" type="pres">
      <dgm:prSet presAssocID="{46D17B34-543D-4B23-BA0F-AC0A5752068A}" presName="outerComposite" presStyleCnt="0">
        <dgm:presLayoutVars>
          <dgm:chMax val="5"/>
          <dgm:dir/>
          <dgm:resizeHandles val="exact"/>
        </dgm:presLayoutVars>
      </dgm:prSet>
      <dgm:spPr/>
    </dgm:pt>
    <dgm:pt modelId="{99A2D006-EC12-4AA3-972D-FC8CDB3C1767}" type="pres">
      <dgm:prSet presAssocID="{46D17B34-543D-4B23-BA0F-AC0A5752068A}" presName="dummyMaxCanvas" presStyleCnt="0">
        <dgm:presLayoutVars/>
      </dgm:prSet>
      <dgm:spPr/>
    </dgm:pt>
    <dgm:pt modelId="{AC8990D7-61F2-4DC0-BD36-35690A743871}" type="pres">
      <dgm:prSet presAssocID="{46D17B34-543D-4B23-BA0F-AC0A5752068A}" presName="ThreeNodes_1" presStyleLbl="node1" presStyleIdx="0" presStyleCnt="3">
        <dgm:presLayoutVars>
          <dgm:bulletEnabled val="1"/>
        </dgm:presLayoutVars>
      </dgm:prSet>
      <dgm:spPr/>
    </dgm:pt>
    <dgm:pt modelId="{45DCE6EC-15BC-4D6A-9A05-3011FF48E15F}" type="pres">
      <dgm:prSet presAssocID="{46D17B34-543D-4B23-BA0F-AC0A5752068A}" presName="ThreeNodes_2" presStyleLbl="node1" presStyleIdx="1" presStyleCnt="3">
        <dgm:presLayoutVars>
          <dgm:bulletEnabled val="1"/>
        </dgm:presLayoutVars>
      </dgm:prSet>
      <dgm:spPr/>
    </dgm:pt>
    <dgm:pt modelId="{03E869B4-AD60-412C-93AC-5A04911A824E}" type="pres">
      <dgm:prSet presAssocID="{46D17B34-543D-4B23-BA0F-AC0A5752068A}" presName="ThreeNodes_3" presStyleLbl="node1" presStyleIdx="2" presStyleCnt="3">
        <dgm:presLayoutVars>
          <dgm:bulletEnabled val="1"/>
        </dgm:presLayoutVars>
      </dgm:prSet>
      <dgm:spPr/>
    </dgm:pt>
    <dgm:pt modelId="{5446C59E-FEB6-4D9E-BB8B-35F010387C7E}" type="pres">
      <dgm:prSet presAssocID="{46D17B34-543D-4B23-BA0F-AC0A5752068A}" presName="ThreeConn_1-2" presStyleLbl="fgAccFollowNode1" presStyleIdx="0" presStyleCnt="2">
        <dgm:presLayoutVars>
          <dgm:bulletEnabled val="1"/>
        </dgm:presLayoutVars>
      </dgm:prSet>
      <dgm:spPr/>
    </dgm:pt>
    <dgm:pt modelId="{CA2D0C85-0973-49BF-BCB1-50F59936C67D}" type="pres">
      <dgm:prSet presAssocID="{46D17B34-543D-4B23-BA0F-AC0A5752068A}" presName="ThreeConn_2-3" presStyleLbl="fgAccFollowNode1" presStyleIdx="1" presStyleCnt="2">
        <dgm:presLayoutVars>
          <dgm:bulletEnabled val="1"/>
        </dgm:presLayoutVars>
      </dgm:prSet>
      <dgm:spPr/>
    </dgm:pt>
    <dgm:pt modelId="{21C0CDD2-828E-4E49-9301-634B597B089B}" type="pres">
      <dgm:prSet presAssocID="{46D17B34-543D-4B23-BA0F-AC0A5752068A}" presName="ThreeNodes_1_text" presStyleLbl="node1" presStyleIdx="2" presStyleCnt="3">
        <dgm:presLayoutVars>
          <dgm:bulletEnabled val="1"/>
        </dgm:presLayoutVars>
      </dgm:prSet>
      <dgm:spPr/>
    </dgm:pt>
    <dgm:pt modelId="{C0621B7D-BDF2-4E5D-A69F-F4F2059EBE7A}" type="pres">
      <dgm:prSet presAssocID="{46D17B34-543D-4B23-BA0F-AC0A5752068A}" presName="ThreeNodes_2_text" presStyleLbl="node1" presStyleIdx="2" presStyleCnt="3">
        <dgm:presLayoutVars>
          <dgm:bulletEnabled val="1"/>
        </dgm:presLayoutVars>
      </dgm:prSet>
      <dgm:spPr/>
    </dgm:pt>
    <dgm:pt modelId="{2795B1BC-72D7-4BB2-8FE6-F15B1E41B209}" type="pres">
      <dgm:prSet presAssocID="{46D17B34-543D-4B23-BA0F-AC0A5752068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1D8720A-6492-40CD-A395-676E342CDA7E}" type="presOf" srcId="{C8F303B9-1453-4144-A57C-29ED79CC47EE}" destId="{AC8990D7-61F2-4DC0-BD36-35690A743871}" srcOrd="0" destOrd="0" presId="urn:microsoft.com/office/officeart/2005/8/layout/vProcess5"/>
    <dgm:cxn modelId="{D3D41D31-74C7-465F-8073-548C5FD54282}" type="presOf" srcId="{46D17B34-543D-4B23-BA0F-AC0A5752068A}" destId="{4491E027-F485-4D53-9CA3-2691E32E99D7}" srcOrd="0" destOrd="0" presId="urn:microsoft.com/office/officeart/2005/8/layout/vProcess5"/>
    <dgm:cxn modelId="{72643242-2687-4A42-B431-6B976C1BA769}" srcId="{46D17B34-543D-4B23-BA0F-AC0A5752068A}" destId="{0531D6A2-BAC7-4C94-982A-201604BF50E3}" srcOrd="2" destOrd="0" parTransId="{5435DE18-E9D8-4B2A-8E6C-9E97DBB71E0B}" sibTransId="{A34E44BA-9A7B-4433-AD7A-A5A0252B6030}"/>
    <dgm:cxn modelId="{5901414C-9E88-4357-8D4C-F778E94B6EDB}" type="presOf" srcId="{8D67D476-DE9B-407C-8480-AC9B9BDD91D5}" destId="{C0621B7D-BDF2-4E5D-A69F-F4F2059EBE7A}" srcOrd="1" destOrd="0" presId="urn:microsoft.com/office/officeart/2005/8/layout/vProcess5"/>
    <dgm:cxn modelId="{C2B46D4D-4ACF-405A-8B3F-5248420B84AA}" type="presOf" srcId="{0531D6A2-BAC7-4C94-982A-201604BF50E3}" destId="{03E869B4-AD60-412C-93AC-5A04911A824E}" srcOrd="0" destOrd="0" presId="urn:microsoft.com/office/officeart/2005/8/layout/vProcess5"/>
    <dgm:cxn modelId="{C9548755-B170-49F9-8E05-C65132A6BDC7}" srcId="{46D17B34-543D-4B23-BA0F-AC0A5752068A}" destId="{8D67D476-DE9B-407C-8480-AC9B9BDD91D5}" srcOrd="1" destOrd="0" parTransId="{1BA62474-4DF1-4EF0-AAF0-17DEF0E85DE5}" sibTransId="{08A1DF0C-3420-497F-A75E-A20E8AD94F95}"/>
    <dgm:cxn modelId="{D797CD75-1B12-463F-B0EE-C523C75CD5E7}" type="presOf" srcId="{08A1DF0C-3420-497F-A75E-A20E8AD94F95}" destId="{CA2D0C85-0973-49BF-BCB1-50F59936C67D}" srcOrd="0" destOrd="0" presId="urn:microsoft.com/office/officeart/2005/8/layout/vProcess5"/>
    <dgm:cxn modelId="{CFCDC781-8D13-4687-9ED7-3C712237B8F5}" type="presOf" srcId="{C8F303B9-1453-4144-A57C-29ED79CC47EE}" destId="{21C0CDD2-828E-4E49-9301-634B597B089B}" srcOrd="1" destOrd="0" presId="urn:microsoft.com/office/officeart/2005/8/layout/vProcess5"/>
    <dgm:cxn modelId="{D9FE37C6-E26E-49F2-8903-7D2AF1A1EEE0}" type="presOf" srcId="{7ADCFA6A-C8C7-4738-9F15-E0E2F13D9DA1}" destId="{5446C59E-FEB6-4D9E-BB8B-35F010387C7E}" srcOrd="0" destOrd="0" presId="urn:microsoft.com/office/officeart/2005/8/layout/vProcess5"/>
    <dgm:cxn modelId="{18DFE0C7-A6DD-4D5C-919F-23DCBA76BEB5}" type="presOf" srcId="{0531D6A2-BAC7-4C94-982A-201604BF50E3}" destId="{2795B1BC-72D7-4BB2-8FE6-F15B1E41B209}" srcOrd="1" destOrd="0" presId="urn:microsoft.com/office/officeart/2005/8/layout/vProcess5"/>
    <dgm:cxn modelId="{D36B3DDF-91A3-49A9-B3A9-A40BDFD3B0A1}" srcId="{46D17B34-543D-4B23-BA0F-AC0A5752068A}" destId="{C8F303B9-1453-4144-A57C-29ED79CC47EE}" srcOrd="0" destOrd="0" parTransId="{A3BDC47D-7857-4B60-818D-54E7940D8244}" sibTransId="{7ADCFA6A-C8C7-4738-9F15-E0E2F13D9DA1}"/>
    <dgm:cxn modelId="{02F0AFED-B692-4D40-B9DA-D8B1776BA6DC}" type="presOf" srcId="{8D67D476-DE9B-407C-8480-AC9B9BDD91D5}" destId="{45DCE6EC-15BC-4D6A-9A05-3011FF48E15F}" srcOrd="0" destOrd="0" presId="urn:microsoft.com/office/officeart/2005/8/layout/vProcess5"/>
    <dgm:cxn modelId="{D4B596EC-6D6F-4302-85CC-9097A3ACDF3C}" type="presParOf" srcId="{4491E027-F485-4D53-9CA3-2691E32E99D7}" destId="{99A2D006-EC12-4AA3-972D-FC8CDB3C1767}" srcOrd="0" destOrd="0" presId="urn:microsoft.com/office/officeart/2005/8/layout/vProcess5"/>
    <dgm:cxn modelId="{87B51CEE-2AD4-4415-B9C7-39113E131984}" type="presParOf" srcId="{4491E027-F485-4D53-9CA3-2691E32E99D7}" destId="{AC8990D7-61F2-4DC0-BD36-35690A743871}" srcOrd="1" destOrd="0" presId="urn:microsoft.com/office/officeart/2005/8/layout/vProcess5"/>
    <dgm:cxn modelId="{9754FC16-5887-4C9D-810E-102F5B96433B}" type="presParOf" srcId="{4491E027-F485-4D53-9CA3-2691E32E99D7}" destId="{45DCE6EC-15BC-4D6A-9A05-3011FF48E15F}" srcOrd="2" destOrd="0" presId="urn:microsoft.com/office/officeart/2005/8/layout/vProcess5"/>
    <dgm:cxn modelId="{1DD7F0A5-3376-4636-BB90-64A43A844795}" type="presParOf" srcId="{4491E027-F485-4D53-9CA3-2691E32E99D7}" destId="{03E869B4-AD60-412C-93AC-5A04911A824E}" srcOrd="3" destOrd="0" presId="urn:microsoft.com/office/officeart/2005/8/layout/vProcess5"/>
    <dgm:cxn modelId="{02AD24B0-B97C-4A65-8B70-AD2295D731BF}" type="presParOf" srcId="{4491E027-F485-4D53-9CA3-2691E32E99D7}" destId="{5446C59E-FEB6-4D9E-BB8B-35F010387C7E}" srcOrd="4" destOrd="0" presId="urn:microsoft.com/office/officeart/2005/8/layout/vProcess5"/>
    <dgm:cxn modelId="{4CE67E7A-4B39-4EB1-9687-B08606B6890F}" type="presParOf" srcId="{4491E027-F485-4D53-9CA3-2691E32E99D7}" destId="{CA2D0C85-0973-49BF-BCB1-50F59936C67D}" srcOrd="5" destOrd="0" presId="urn:microsoft.com/office/officeart/2005/8/layout/vProcess5"/>
    <dgm:cxn modelId="{2D864964-26E4-4BED-9F07-A63F5342581D}" type="presParOf" srcId="{4491E027-F485-4D53-9CA3-2691E32E99D7}" destId="{21C0CDD2-828E-4E49-9301-634B597B089B}" srcOrd="6" destOrd="0" presId="urn:microsoft.com/office/officeart/2005/8/layout/vProcess5"/>
    <dgm:cxn modelId="{35117D8B-2C6E-4FD9-A4EA-D4A6A16E23D4}" type="presParOf" srcId="{4491E027-F485-4D53-9CA3-2691E32E99D7}" destId="{C0621B7D-BDF2-4E5D-A69F-F4F2059EBE7A}" srcOrd="7" destOrd="0" presId="urn:microsoft.com/office/officeart/2005/8/layout/vProcess5"/>
    <dgm:cxn modelId="{B5F91EA6-842D-4888-8211-1953953E2D93}" type="presParOf" srcId="{4491E027-F485-4D53-9CA3-2691E32E99D7}" destId="{2795B1BC-72D7-4BB2-8FE6-F15B1E41B20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B593C-7EB5-469C-8066-CDCBD390E2C4}">
      <dsp:nvSpPr>
        <dsp:cNvPr id="0" name=""/>
        <dsp:cNvSpPr/>
      </dsp:nvSpPr>
      <dsp:spPr>
        <a:xfrm>
          <a:off x="0" y="0"/>
          <a:ext cx="3403415" cy="373886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IDENTIFICATION OF HIGH AND LOW PROFITS PRODUCTS </a:t>
          </a:r>
          <a:endParaRPr lang="en-US" sz="2600" kern="1200"/>
        </a:p>
      </dsp:txBody>
      <dsp:txXfrm>
        <a:off x="0" y="1420769"/>
        <a:ext cx="3403415" cy="2243320"/>
      </dsp:txXfrm>
    </dsp:sp>
    <dsp:sp modelId="{0AF9A424-6B81-497D-8014-CFD80CAA3456}">
      <dsp:nvSpPr>
        <dsp:cNvPr id="0" name=""/>
        <dsp:cNvSpPr/>
      </dsp:nvSpPr>
      <dsp:spPr>
        <a:xfrm>
          <a:off x="1140877" y="373886"/>
          <a:ext cx="1121660" cy="11216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05140" y="538149"/>
        <a:ext cx="793134" cy="793134"/>
      </dsp:txXfrm>
    </dsp:sp>
    <dsp:sp modelId="{F5F58496-E3EE-49F0-ADA6-FE01D35080ED}">
      <dsp:nvSpPr>
        <dsp:cNvPr id="0" name=""/>
        <dsp:cNvSpPr/>
      </dsp:nvSpPr>
      <dsp:spPr>
        <a:xfrm>
          <a:off x="0" y="3738796"/>
          <a:ext cx="3403415" cy="72"/>
        </a:xfrm>
        <a:prstGeom prst="rect">
          <a:avLst/>
        </a:prstGeom>
        <a:solidFill>
          <a:schemeClr val="accent2">
            <a:hueOff val="1414419"/>
            <a:satOff val="-5328"/>
            <a:lumOff val="4471"/>
            <a:alphaOff val="0"/>
          </a:schemeClr>
        </a:solidFill>
        <a:ln w="12700" cap="flat" cmpd="sng" algn="ctr">
          <a:solidFill>
            <a:schemeClr val="accent2">
              <a:hueOff val="1414419"/>
              <a:satOff val="-5328"/>
              <a:lumOff val="4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C7DF9-AA62-40C7-A370-9D0790FAECAC}">
      <dsp:nvSpPr>
        <dsp:cNvPr id="0" name=""/>
        <dsp:cNvSpPr/>
      </dsp:nvSpPr>
      <dsp:spPr>
        <a:xfrm>
          <a:off x="3743756" y="0"/>
          <a:ext cx="3403415" cy="3738868"/>
        </a:xfrm>
        <a:prstGeom prst="rect">
          <a:avLst/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CUSTOMIZE THE PRICING TO GAIN MAXIMUM PROFITIBILITY</a:t>
          </a:r>
          <a:endParaRPr lang="en-US" sz="2600" kern="1200"/>
        </a:p>
      </dsp:txBody>
      <dsp:txXfrm>
        <a:off x="3743756" y="1420769"/>
        <a:ext cx="3403415" cy="2243320"/>
      </dsp:txXfrm>
    </dsp:sp>
    <dsp:sp modelId="{7A1DBBFE-92DF-4CEF-8252-F59246211610}">
      <dsp:nvSpPr>
        <dsp:cNvPr id="0" name=""/>
        <dsp:cNvSpPr/>
      </dsp:nvSpPr>
      <dsp:spPr>
        <a:xfrm>
          <a:off x="4884634" y="373886"/>
          <a:ext cx="1121660" cy="1121660"/>
        </a:xfrm>
        <a:prstGeom prst="ellipse">
          <a:avLst/>
        </a:prstGeom>
        <a:solidFill>
          <a:schemeClr val="accent2">
            <a:hueOff val="2828839"/>
            <a:satOff val="-10655"/>
            <a:lumOff val="8941"/>
            <a:alphaOff val="0"/>
          </a:schemeClr>
        </a:solidFill>
        <a:ln w="12700" cap="flat" cmpd="sng" algn="ctr">
          <a:solidFill>
            <a:schemeClr val="accent2">
              <a:hueOff val="2828839"/>
              <a:satOff val="-10655"/>
              <a:lumOff val="8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48897" y="538149"/>
        <a:ext cx="793134" cy="793134"/>
      </dsp:txXfrm>
    </dsp:sp>
    <dsp:sp modelId="{E8A623B2-98D8-47A6-AA73-446D4BBF2E32}">
      <dsp:nvSpPr>
        <dsp:cNvPr id="0" name=""/>
        <dsp:cNvSpPr/>
      </dsp:nvSpPr>
      <dsp:spPr>
        <a:xfrm>
          <a:off x="3743756" y="3738796"/>
          <a:ext cx="3403415" cy="72"/>
        </a:xfrm>
        <a:prstGeom prst="rect">
          <a:avLst/>
        </a:prstGeom>
        <a:solidFill>
          <a:schemeClr val="accent2">
            <a:hueOff val="4243259"/>
            <a:satOff val="-15983"/>
            <a:lumOff val="13412"/>
            <a:alphaOff val="0"/>
          </a:schemeClr>
        </a:solidFill>
        <a:ln w="12700" cap="flat" cmpd="sng" algn="ctr">
          <a:solidFill>
            <a:schemeClr val="accent2">
              <a:hueOff val="4243259"/>
              <a:satOff val="-15983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185E9-A8C3-4B0B-A34F-1645F50E74B2}">
      <dsp:nvSpPr>
        <dsp:cNvPr id="0" name=""/>
        <dsp:cNvSpPr/>
      </dsp:nvSpPr>
      <dsp:spPr>
        <a:xfrm>
          <a:off x="7487513" y="0"/>
          <a:ext cx="3403415" cy="3738868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TO UNDERSTAND THE PATTERNS OF DISCOUNTS AND PROMOTIONS </a:t>
          </a:r>
          <a:endParaRPr lang="en-US" sz="2600" kern="1200"/>
        </a:p>
      </dsp:txBody>
      <dsp:txXfrm>
        <a:off x="7487513" y="1420769"/>
        <a:ext cx="3403415" cy="2243320"/>
      </dsp:txXfrm>
    </dsp:sp>
    <dsp:sp modelId="{D821AF73-1AB9-4D76-8FCA-0308AE8671C0}">
      <dsp:nvSpPr>
        <dsp:cNvPr id="0" name=""/>
        <dsp:cNvSpPr/>
      </dsp:nvSpPr>
      <dsp:spPr>
        <a:xfrm>
          <a:off x="8628391" y="373886"/>
          <a:ext cx="1121660" cy="1121660"/>
        </a:xfrm>
        <a:prstGeom prst="ellipse">
          <a:avLst/>
        </a:prstGeom>
        <a:solidFill>
          <a:schemeClr val="accent2">
            <a:hueOff val="5657678"/>
            <a:satOff val="-21310"/>
            <a:lumOff val="17882"/>
            <a:alphaOff val="0"/>
          </a:schemeClr>
        </a:solidFill>
        <a:ln w="12700" cap="flat" cmpd="sng" algn="ctr">
          <a:solidFill>
            <a:schemeClr val="accent2">
              <a:hueOff val="5657678"/>
              <a:satOff val="-21310"/>
              <a:lumOff val="17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92654" y="538149"/>
        <a:ext cx="793134" cy="793134"/>
      </dsp:txXfrm>
    </dsp:sp>
    <dsp:sp modelId="{01BA2B32-A787-41F6-AEF4-DAC8E3AD9E7E}">
      <dsp:nvSpPr>
        <dsp:cNvPr id="0" name=""/>
        <dsp:cNvSpPr/>
      </dsp:nvSpPr>
      <dsp:spPr>
        <a:xfrm>
          <a:off x="7487513" y="3738796"/>
          <a:ext cx="3403415" cy="72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7637B-1555-4600-80DF-C4B8061E5ADA}">
      <dsp:nvSpPr>
        <dsp:cNvPr id="0" name=""/>
        <dsp:cNvSpPr/>
      </dsp:nvSpPr>
      <dsp:spPr>
        <a:xfrm>
          <a:off x="275965" y="111200"/>
          <a:ext cx="1368756" cy="13687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8C66C-2273-477A-90A4-1BF6714B46E6}">
      <dsp:nvSpPr>
        <dsp:cNvPr id="0" name=""/>
        <dsp:cNvSpPr/>
      </dsp:nvSpPr>
      <dsp:spPr>
        <a:xfrm>
          <a:off x="563403" y="398639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5D281-85C6-48E6-989C-C6DD10DDA713}">
      <dsp:nvSpPr>
        <dsp:cNvPr id="0" name=""/>
        <dsp:cNvSpPr/>
      </dsp:nvSpPr>
      <dsp:spPr>
        <a:xfrm>
          <a:off x="1938026" y="111200"/>
          <a:ext cx="3226353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TASTY BITES  GAIN A TOTAL REVENUE OF RS 38.5 LAKHS AND A PROFIT OF 19.7 LAKHS WHICH IS VERY COMPATIBLE NUMBERS BUT THE NUMBERS CAN BE MORE BETTER</a:t>
          </a:r>
          <a:endParaRPr lang="en-US" sz="1400" kern="1200"/>
        </a:p>
      </dsp:txBody>
      <dsp:txXfrm>
        <a:off x="1938026" y="111200"/>
        <a:ext cx="3226353" cy="1368756"/>
      </dsp:txXfrm>
    </dsp:sp>
    <dsp:sp modelId="{66B2A582-D813-464A-BD06-6DFCE8B03EEA}">
      <dsp:nvSpPr>
        <dsp:cNvPr id="0" name=""/>
        <dsp:cNvSpPr/>
      </dsp:nvSpPr>
      <dsp:spPr>
        <a:xfrm>
          <a:off x="5726547" y="111200"/>
          <a:ext cx="1368756" cy="13687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918A25-87A7-423F-BC20-55B9BC58C054}">
      <dsp:nvSpPr>
        <dsp:cNvPr id="0" name=""/>
        <dsp:cNvSpPr/>
      </dsp:nvSpPr>
      <dsp:spPr>
        <a:xfrm>
          <a:off x="6013986" y="398639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D6B17-B0FD-432F-8E77-B3E45AA25480}">
      <dsp:nvSpPr>
        <dsp:cNvPr id="0" name=""/>
        <dsp:cNvSpPr/>
      </dsp:nvSpPr>
      <dsp:spPr>
        <a:xfrm>
          <a:off x="7388608" y="111200"/>
          <a:ext cx="3226353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OVERALL PROFIT MARGIN OF TASTY BITES IS OF 51% </a:t>
          </a:r>
          <a:endParaRPr lang="en-US" sz="1400" kern="1200"/>
        </a:p>
      </dsp:txBody>
      <dsp:txXfrm>
        <a:off x="7388608" y="111200"/>
        <a:ext cx="3226353" cy="1368756"/>
      </dsp:txXfrm>
    </dsp:sp>
    <dsp:sp modelId="{5F119069-39C8-447E-9B0B-881142530CF2}">
      <dsp:nvSpPr>
        <dsp:cNvPr id="0" name=""/>
        <dsp:cNvSpPr/>
      </dsp:nvSpPr>
      <dsp:spPr>
        <a:xfrm>
          <a:off x="275965" y="2086203"/>
          <a:ext cx="1368756" cy="13687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02CA1-62E4-4EB8-988C-8BD31DFD0CF7}">
      <dsp:nvSpPr>
        <dsp:cNvPr id="0" name=""/>
        <dsp:cNvSpPr/>
      </dsp:nvSpPr>
      <dsp:spPr>
        <a:xfrm>
          <a:off x="563403" y="2373642"/>
          <a:ext cx="793878" cy="793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5D7BC-9BB1-4788-8585-E06B93A3B5D9}">
      <dsp:nvSpPr>
        <dsp:cNvPr id="0" name=""/>
        <dsp:cNvSpPr/>
      </dsp:nvSpPr>
      <dsp:spPr>
        <a:xfrm>
          <a:off x="1938026" y="2086203"/>
          <a:ext cx="3226353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ORDERS PLACED BY THE CUSTOMERS HAVE A AVERAGE ORDER VALUE OF 321</a:t>
          </a:r>
          <a:endParaRPr lang="en-US" sz="1400" kern="1200"/>
        </a:p>
      </dsp:txBody>
      <dsp:txXfrm>
        <a:off x="1938026" y="2086203"/>
        <a:ext cx="3226353" cy="1368756"/>
      </dsp:txXfrm>
    </dsp:sp>
    <dsp:sp modelId="{46B25349-338D-45F2-8D6F-66F6DA83D1A1}">
      <dsp:nvSpPr>
        <dsp:cNvPr id="0" name=""/>
        <dsp:cNvSpPr/>
      </dsp:nvSpPr>
      <dsp:spPr>
        <a:xfrm>
          <a:off x="5726547" y="2086203"/>
          <a:ext cx="1368756" cy="13687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0CE13C-DCE3-4997-AFC4-BBFA24DCFE2B}">
      <dsp:nvSpPr>
        <dsp:cNvPr id="0" name=""/>
        <dsp:cNvSpPr/>
      </dsp:nvSpPr>
      <dsp:spPr>
        <a:xfrm>
          <a:off x="6013986" y="2373642"/>
          <a:ext cx="793878" cy="793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76D91-7D8E-4595-BBD2-2BC2C0FA3FC4}">
      <dsp:nvSpPr>
        <dsp:cNvPr id="0" name=""/>
        <dsp:cNvSpPr/>
      </dsp:nvSpPr>
      <dsp:spPr>
        <a:xfrm>
          <a:off x="7388608" y="2086203"/>
          <a:ext cx="3226353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TASTY BITES HAVE LOST ALMOST 1.73 LAKHS OF RUPEES AFTER GIVING THE DISCOUNT</a:t>
          </a:r>
          <a:endParaRPr lang="en-US" sz="1400" kern="1200"/>
        </a:p>
      </dsp:txBody>
      <dsp:txXfrm>
        <a:off x="7388608" y="2086203"/>
        <a:ext cx="3226353" cy="13687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6C1E6-906D-48E1-A100-FC9A3AA6FF69}">
      <dsp:nvSpPr>
        <dsp:cNvPr id="0" name=""/>
        <dsp:cNvSpPr/>
      </dsp:nvSpPr>
      <dsp:spPr>
        <a:xfrm>
          <a:off x="686100" y="270178"/>
          <a:ext cx="1852875" cy="18528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B83C5-2A68-4A26-B6BB-BF9711EA95F3}">
      <dsp:nvSpPr>
        <dsp:cNvPr id="0" name=""/>
        <dsp:cNvSpPr/>
      </dsp:nvSpPr>
      <dsp:spPr>
        <a:xfrm>
          <a:off x="1080975" y="665053"/>
          <a:ext cx="1063125" cy="1063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F38CE-E24A-4EEF-9E95-139EFF054A2B}">
      <dsp:nvSpPr>
        <dsp:cNvPr id="0" name=""/>
        <dsp:cNvSpPr/>
      </dsp:nvSpPr>
      <dsp:spPr>
        <a:xfrm>
          <a:off x="93787" y="270017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/>
            <a:t>BEVERAGES HAVE CONTRIBUTE 24.7% OF PROFIT IN TOTAL PROFIT OF TASTY BITES</a:t>
          </a:r>
          <a:endParaRPr lang="en-US" sz="1600" kern="1200"/>
        </a:p>
      </dsp:txBody>
      <dsp:txXfrm>
        <a:off x="93787" y="2700178"/>
        <a:ext cx="3037500" cy="720000"/>
      </dsp:txXfrm>
    </dsp:sp>
    <dsp:sp modelId="{BF264443-A021-4AFA-9A4E-153C0A003C50}">
      <dsp:nvSpPr>
        <dsp:cNvPr id="0" name=""/>
        <dsp:cNvSpPr/>
      </dsp:nvSpPr>
      <dsp:spPr>
        <a:xfrm>
          <a:off x="4255162" y="270178"/>
          <a:ext cx="1852875" cy="18528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FBC8B-DA74-454B-9093-526568CD6BB5}">
      <dsp:nvSpPr>
        <dsp:cNvPr id="0" name=""/>
        <dsp:cNvSpPr/>
      </dsp:nvSpPr>
      <dsp:spPr>
        <a:xfrm>
          <a:off x="4650037" y="665053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FC0CB-71EB-4589-9E92-65698D549741}">
      <dsp:nvSpPr>
        <dsp:cNvPr id="0" name=""/>
        <dsp:cNvSpPr/>
      </dsp:nvSpPr>
      <dsp:spPr>
        <a:xfrm>
          <a:off x="3662850" y="270017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/>
            <a:t>SNACKS HAVE DRIVES OUT THE PROFIT OF ALMOST 32.4% FOR TASTY BITES</a:t>
          </a:r>
          <a:endParaRPr lang="en-US" sz="1600" kern="1200"/>
        </a:p>
      </dsp:txBody>
      <dsp:txXfrm>
        <a:off x="3662850" y="2700178"/>
        <a:ext cx="3037500" cy="720000"/>
      </dsp:txXfrm>
    </dsp:sp>
    <dsp:sp modelId="{A9CC7A56-204B-4B7E-9B09-0AFECA8BC3F7}">
      <dsp:nvSpPr>
        <dsp:cNvPr id="0" name=""/>
        <dsp:cNvSpPr/>
      </dsp:nvSpPr>
      <dsp:spPr>
        <a:xfrm>
          <a:off x="7824225" y="270178"/>
          <a:ext cx="1852875" cy="18528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E56C77-3B75-4AE1-89A2-93E09C297D53}">
      <dsp:nvSpPr>
        <dsp:cNvPr id="0" name=""/>
        <dsp:cNvSpPr/>
      </dsp:nvSpPr>
      <dsp:spPr>
        <a:xfrm>
          <a:off x="8219100" y="665053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94EDB-C2A9-42A9-A0D8-52EAEFCD6EDA}">
      <dsp:nvSpPr>
        <dsp:cNvPr id="0" name=""/>
        <dsp:cNvSpPr/>
      </dsp:nvSpPr>
      <dsp:spPr>
        <a:xfrm>
          <a:off x="7231912" y="270017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/>
            <a:t>MEALS BRINGS MOST IN CASH AND THE THINEST PROFIT FOR TASTY BITES </a:t>
          </a:r>
          <a:endParaRPr lang="en-US" sz="1600" kern="1200"/>
        </a:p>
      </dsp:txBody>
      <dsp:txXfrm>
        <a:off x="7231912" y="2700178"/>
        <a:ext cx="3037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990D7-61F2-4DC0-BD36-35690A743871}">
      <dsp:nvSpPr>
        <dsp:cNvPr id="0" name=""/>
        <dsp:cNvSpPr/>
      </dsp:nvSpPr>
      <dsp:spPr>
        <a:xfrm>
          <a:off x="0" y="0"/>
          <a:ext cx="6362860" cy="14778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HIGH VOLUME IS NOT EQUAL TO HIGH PROFIT GENERATIONS SO WE CAN’T SAY THAT IF ANY PRODUCT HAVE HIGHER UNITS SOLD THAT CAN LEAD TO MORE PROFIT GENERATIONS </a:t>
          </a:r>
          <a:endParaRPr lang="en-US" sz="1800" kern="1200"/>
        </a:p>
      </dsp:txBody>
      <dsp:txXfrm>
        <a:off x="43286" y="43286"/>
        <a:ext cx="4768096" cy="1391323"/>
      </dsp:txXfrm>
    </dsp:sp>
    <dsp:sp modelId="{45DCE6EC-15BC-4D6A-9A05-3011FF48E15F}">
      <dsp:nvSpPr>
        <dsp:cNvPr id="0" name=""/>
        <dsp:cNvSpPr/>
      </dsp:nvSpPr>
      <dsp:spPr>
        <a:xfrm>
          <a:off x="561428" y="1724211"/>
          <a:ext cx="6362860" cy="1477895"/>
        </a:xfrm>
        <a:prstGeom prst="roundRect">
          <a:avLst>
            <a:gd name="adj" fmla="val 10000"/>
          </a:avLst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BEVERAGES IS FIND TO BE THE MOST SUCCESFULL PRODUCT WHEN THE TOPIC IS PROFIT GENERATIONS </a:t>
          </a:r>
          <a:endParaRPr lang="en-US" sz="1800" kern="1200"/>
        </a:p>
      </dsp:txBody>
      <dsp:txXfrm>
        <a:off x="604714" y="1767497"/>
        <a:ext cx="4754227" cy="1391323"/>
      </dsp:txXfrm>
    </dsp:sp>
    <dsp:sp modelId="{03E869B4-AD60-412C-93AC-5A04911A824E}">
      <dsp:nvSpPr>
        <dsp:cNvPr id="0" name=""/>
        <dsp:cNvSpPr/>
      </dsp:nvSpPr>
      <dsp:spPr>
        <a:xfrm>
          <a:off x="1122857" y="3448422"/>
          <a:ext cx="6362860" cy="1477895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HEAVY DISCOUNTS LEAD TO ERODE MARGINS SO WE HAVE TO WORK TO CUSTOMIZE THE DISCOUNT ACCORDING TO NEED </a:t>
          </a:r>
          <a:endParaRPr lang="en-US" sz="1800" kern="1200"/>
        </a:p>
      </dsp:txBody>
      <dsp:txXfrm>
        <a:off x="1166143" y="3491708"/>
        <a:ext cx="4754227" cy="1391323"/>
      </dsp:txXfrm>
    </dsp:sp>
    <dsp:sp modelId="{5446C59E-FEB6-4D9E-BB8B-35F010387C7E}">
      <dsp:nvSpPr>
        <dsp:cNvPr id="0" name=""/>
        <dsp:cNvSpPr/>
      </dsp:nvSpPr>
      <dsp:spPr>
        <a:xfrm>
          <a:off x="5402228" y="1120737"/>
          <a:ext cx="960632" cy="960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618370" y="1120737"/>
        <a:ext cx="528348" cy="722876"/>
      </dsp:txXfrm>
    </dsp:sp>
    <dsp:sp modelId="{CA2D0C85-0973-49BF-BCB1-50F59936C67D}">
      <dsp:nvSpPr>
        <dsp:cNvPr id="0" name=""/>
        <dsp:cNvSpPr/>
      </dsp:nvSpPr>
      <dsp:spPr>
        <a:xfrm>
          <a:off x="5963657" y="2835096"/>
          <a:ext cx="960632" cy="960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179799" y="2835096"/>
        <a:ext cx="528348" cy="722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6DF43-E596-4BC7-A23A-C59A6576773D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C5936-C54C-44D4-ADB4-9904FB709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46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5936-C54C-44D4-ADB4-9904FB70914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52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5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4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924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9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11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7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5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07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82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3CB72-8F05-7CFF-4DD9-A7CF916B1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IN" sz="5800"/>
              <a:t>TASTY BITES FOOD DELIVERY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75E18-8A7A-FFB5-AF19-B67A820FB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IN" dirty="0"/>
              <a:t>BY VISHNU JAISWAL</a:t>
            </a:r>
          </a:p>
        </p:txBody>
      </p:sp>
      <p:pic>
        <p:nvPicPr>
          <p:cNvPr id="4" name="Picture 3" descr="Pulled pork sliders with slaw on black table">
            <a:extLst>
              <a:ext uri="{FF2B5EF4-FFF2-40B4-BE49-F238E27FC236}">
                <a16:creationId xmlns:a16="http://schemas.microsoft.com/office/drawing/2014/main" id="{DCC15297-280B-E686-E6B8-6896FEF041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40" r="10897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18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CAC2B-51F1-3286-261E-05203092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IN" dirty="0"/>
              <a:t>BUSINESS SCENARIO AND OBJECTIVES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DF37E8-433E-8193-6264-3CEA5989B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748257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199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E877-F104-C7C0-8034-92A3E854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INSIGHTS AND BUSINESS AT A GLANCE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D7DB1-359A-6489-9C25-6EC8AC45C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04860-7EE9-243E-5988-390B22359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7" y="2692883"/>
            <a:ext cx="1955607" cy="1559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E22036-AEE4-7486-862C-24043C306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674" y="2733830"/>
            <a:ext cx="1955607" cy="1477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A68EB-088D-2E37-8573-1045180BD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481" y="2853732"/>
            <a:ext cx="2071410" cy="13982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7E98D5-920C-AC91-B079-3E7C346016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091" y="2798788"/>
            <a:ext cx="1661825" cy="15347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257FDD-21AC-19C6-9569-74B6EB94F5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4850" y="2819299"/>
            <a:ext cx="1929318" cy="15142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CC26FA-24BE-FE0F-B355-F71DCB77EC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265" y="4654001"/>
            <a:ext cx="4088777" cy="198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4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FC1F-66F3-62F9-750A-37AD1EC4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INSIGHTS GAIN BY THE DATASET</a:t>
            </a:r>
            <a:endParaRPr lang="en-I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ED16860-D10E-8464-822F-CEA8610F09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282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3C6F8-08BA-9E9F-E049-F24DEB28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IN" sz="3700"/>
              <a:t>TOP PRODUCTS WHO DRIVES THE MAX PROFIT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266A4C-F1E3-A1FC-8B29-AA6C983D8A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334619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2383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3EA72-AB44-C290-5D0F-6033320D9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IN" dirty="0"/>
              <a:t>PRODUCT FALL BEHIND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19272-B894-B21F-5AC9-01410DDCB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CLASSIC CHEESBURGER HAVE BEEN SEEN TO BE THE LEAST PROFIT GENERATOR FOR TASTY BITES AND THIS PRODUCT HAVE  1743 OF TOTAL UNITS SOLD WHICH IS VERY GOOD IN NUMBERS </a:t>
            </a:r>
          </a:p>
        </p:txBody>
      </p:sp>
      <p:pic>
        <p:nvPicPr>
          <p:cNvPr id="5" name="Picture 4" descr="Three macarons">
            <a:extLst>
              <a:ext uri="{FF2B5EF4-FFF2-40B4-BE49-F238E27FC236}">
                <a16:creationId xmlns:a16="http://schemas.microsoft.com/office/drawing/2014/main" id="{0A1EDCB9-9150-35C0-738B-5F46DD5D1F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86" r="5743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58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86F0B-1773-3CD4-4A3C-BDEAD90A9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en-IN" sz="3400"/>
              <a:t>WHAT THE DATA IS TELLING TO US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570B1F-B53B-0902-56E6-1600DD24F2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94654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3959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0C92-9366-C2C4-ADC0-6D204FDE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8B5D4-3790-0BC2-7EEA-16C5587FC7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QUICKS WINS 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 CAP THE DISCOUNTS ON CLASSIC CHESSBURGERS AND  CHICKEN BIRYNANI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PROMOTE BEVERAGES AND SNACKS MORE TO GAIN HIGH MARGINS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FOCUS ON HIGH MARGINS PRODUCTS CUSTOMERS ONLY 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E205A-E223-35F8-131B-6EC66E5293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LONG TERM STRATEGY</a:t>
            </a:r>
          </a:p>
          <a:p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BUNDLE LOW MARGINS MEALS WITH HIGH MARGINS MEALS TO LIFT THE MARGIN BUCKET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CUSTOMIZE THE DISCOUNTING TO CHECK THE CUSTOMER SENSTIVITY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20032-B823-DEAE-562C-40C934567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02091"/>
            <a:ext cx="3291840" cy="2770216"/>
          </a:xfrm>
        </p:spPr>
        <p:txBody>
          <a:bodyPr anchor="t">
            <a:normAutofit/>
          </a:bodyPr>
          <a:lstStyle/>
          <a:p>
            <a:r>
              <a:rPr lang="en-IN" sz="4400"/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69218-A5A0-5AB3-F769-DDB1FB9A3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846904"/>
            <a:ext cx="3145535" cy="993821"/>
          </a:xfrm>
        </p:spPr>
        <p:txBody>
          <a:bodyPr anchor="t">
            <a:normAutofit/>
          </a:bodyPr>
          <a:lstStyle/>
          <a:p>
            <a:r>
              <a:rPr lang="en-IN" dirty="0"/>
              <a:t>END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9B2065D-7E13-52AC-1642-F018A2AF4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0408" y="966978"/>
            <a:ext cx="4873752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7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315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Grandview Display</vt:lpstr>
      <vt:lpstr>DashVTI</vt:lpstr>
      <vt:lpstr>TASTY BITES FOOD DELIVERY </vt:lpstr>
      <vt:lpstr>BUSINESS SCENARIO AND OBJECTIVES</vt:lpstr>
      <vt:lpstr>INSIGHTS AND BUSINESS AT A GLANCE </vt:lpstr>
      <vt:lpstr>INSIGHTS GAIN BY THE DATASET</vt:lpstr>
      <vt:lpstr>TOP PRODUCTS WHO DRIVES THE MAX PROFIT</vt:lpstr>
      <vt:lpstr>PRODUCT FALL BEHIND </vt:lpstr>
      <vt:lpstr>WHAT THE DATA IS TELLING TO US </vt:lpstr>
      <vt:lpstr>RECOMMENDATION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jaiswal</dc:creator>
  <cp:lastModifiedBy>vishnu jaiswal</cp:lastModifiedBy>
  <cp:revision>1</cp:revision>
  <dcterms:created xsi:type="dcterms:W3CDTF">2026-08-08T08:47:58Z</dcterms:created>
  <dcterms:modified xsi:type="dcterms:W3CDTF">2026-08-08T09:34:10Z</dcterms:modified>
</cp:coreProperties>
</file>